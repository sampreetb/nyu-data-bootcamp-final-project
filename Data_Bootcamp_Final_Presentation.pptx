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5143500" cx="9144000"/>
  <p:notesSz cx="6858000" cy="9144000"/>
  <p:embeddedFontLst>
    <p:embeddedFont>
      <p:font typeface="Poppins"/>
      <p:regular r:id="rId13"/>
      <p:bold r:id="rId14"/>
      <p:italic r:id="rId15"/>
      <p:boldItalic r:id="rId16"/>
    </p:embeddedFont>
    <p:embeddedFont>
      <p:font typeface="Source Code Pro"/>
      <p:regular r:id="rId17"/>
      <p:bold r:id="rId18"/>
      <p:italic r:id="rId19"/>
      <p:boldItalic r:id="rId20"/>
    </p:embeddedFont>
    <p:embeddedFont>
      <p:font typeface="PT Sans"/>
      <p:regular r:id="rId21"/>
      <p:bold r:id="rId22"/>
      <p:italic r:id="rId23"/>
      <p:boldItalic r:id="rId24"/>
    </p:embeddedFont>
    <p:embeddedFont>
      <p:font typeface="IBM Plex Mon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SourceCodePro-boldItalic.fntdata"/><Relationship Id="rId22" Type="http://schemas.openxmlformats.org/officeDocument/2006/relationships/font" Target="fonts/PTSans-bold.fntdata"/><Relationship Id="rId21" Type="http://schemas.openxmlformats.org/officeDocument/2006/relationships/font" Target="fonts/PTSans-regular.fntdata"/><Relationship Id="rId24" Type="http://schemas.openxmlformats.org/officeDocument/2006/relationships/font" Target="fonts/PTSans-boldItalic.fntdata"/><Relationship Id="rId23" Type="http://schemas.openxmlformats.org/officeDocument/2006/relationships/font" Target="fonts/PTSans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IBMPlexMono-bold.fntdata"/><Relationship Id="rId25" Type="http://schemas.openxmlformats.org/officeDocument/2006/relationships/font" Target="fonts/IBMPlexMono-regular.fntdata"/><Relationship Id="rId28" Type="http://schemas.openxmlformats.org/officeDocument/2006/relationships/font" Target="fonts/IBMPlexMono-boldItalic.fntdata"/><Relationship Id="rId27" Type="http://schemas.openxmlformats.org/officeDocument/2006/relationships/font" Target="fonts/IBMPlexMono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Poppins-regular.fntdata"/><Relationship Id="rId12" Type="http://schemas.openxmlformats.org/officeDocument/2006/relationships/slide" Target="slides/slide8.xml"/><Relationship Id="rId15" Type="http://schemas.openxmlformats.org/officeDocument/2006/relationships/font" Target="fonts/Poppins-italic.fntdata"/><Relationship Id="rId14" Type="http://schemas.openxmlformats.org/officeDocument/2006/relationships/font" Target="fonts/Poppins-bold.fntdata"/><Relationship Id="rId17" Type="http://schemas.openxmlformats.org/officeDocument/2006/relationships/font" Target="fonts/SourceCodePro-regular.fntdata"/><Relationship Id="rId16" Type="http://schemas.openxmlformats.org/officeDocument/2006/relationships/font" Target="fonts/Poppins-boldItalic.fntdata"/><Relationship Id="rId19" Type="http://schemas.openxmlformats.org/officeDocument/2006/relationships/font" Target="fonts/SourceCodePro-italic.fntdata"/><Relationship Id="rId18" Type="http://schemas.openxmlformats.org/officeDocument/2006/relationships/font" Target="fonts/SourceCodePro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0" name="Shape 1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1" name="Google Shape;1421;gd1bf8d60a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2" name="Google Shape;1422;gd1bf8d60a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7" name="Shape 1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8" name="Google Shape;1448;g24ef22aa1ac_0_14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9" name="Google Shape;1449;g24ef22aa1ac_0_14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4" name="Shape 1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5" name="Google Shape;1455;g3b1ca48ee17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6" name="Google Shape;1456;g3b1ca48ee17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3" name="Shape 1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" name="Google Shape;1464;g3b1ca48ee17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5" name="Google Shape;1465;g3b1ca48ee17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9" name="Shape 1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0" name="Google Shape;1470;g3b1ca48ee17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1" name="Google Shape;1471;g3b1ca48ee17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8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9" name="Google Shape;1479;g3b1ca48ee17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0" name="Google Shape;1480;g3b1ca48ee17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6" name="Shape 1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7" name="Google Shape;1487;g3b1ca48ee17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8" name="Google Shape;1488;g3b1ca48ee17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3" name="Shape 1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4" name="Google Shape;1494;g3b1ca48ee17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5" name="Google Shape;1495;g3b1ca48ee17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://bit.ly/2TtBDfr" TargetMode="Externa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3255180" y="-2900775"/>
            <a:ext cx="10039930" cy="6871129"/>
            <a:chOff x="-3102780" y="-2727750"/>
            <a:chExt cx="10039930" cy="6871129"/>
          </a:xfrm>
        </p:grpSpPr>
        <p:grpSp>
          <p:nvGrpSpPr>
            <p:cNvPr id="10" name="Google Shape;10;p2"/>
            <p:cNvGrpSpPr/>
            <p:nvPr/>
          </p:nvGrpSpPr>
          <p:grpSpPr>
            <a:xfrm rot="-7778255">
              <a:off x="-2414440" y="-1445047"/>
              <a:ext cx="5355679" cy="4305724"/>
              <a:chOff x="7103825" y="-713112"/>
              <a:chExt cx="3785226" cy="3043150"/>
            </a:xfrm>
          </p:grpSpPr>
          <p:sp>
            <p:nvSpPr>
              <p:cNvPr id="11" name="Google Shape;11;p2"/>
              <p:cNvSpPr/>
              <p:nvPr/>
            </p:nvSpPr>
            <p:spPr>
              <a:xfrm rot="-3600017">
                <a:off x="7761095" y="-21"/>
                <a:ext cx="2152450" cy="1864030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12" name="Google Shape;12;p2"/>
              <p:cNvPicPr preferRelativeResize="0"/>
              <p:nvPr/>
            </p:nvPicPr>
            <p:blipFill rotWithShape="1">
              <a:blip r:embed="rId2">
                <a:alphaModFix/>
              </a:blip>
              <a:srcRect b="17663" l="0" r="0" t="17657"/>
              <a:stretch/>
            </p:blipFill>
            <p:spPr>
              <a:xfrm>
                <a:off x="7103825" y="-713112"/>
                <a:ext cx="3785226" cy="28889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3" name="Google Shape;13;p2"/>
            <p:cNvSpPr/>
            <p:nvPr/>
          </p:nvSpPr>
          <p:spPr>
            <a:xfrm>
              <a:off x="-289323" y="-166742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2700000">
              <a:off x="917817" y="-2200499"/>
              <a:ext cx="3153371" cy="5119296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-201475" y="-361175"/>
              <a:ext cx="7138625" cy="819350"/>
            </a:xfrm>
            <a:custGeom>
              <a:rect b="b" l="l" r="r" t="t"/>
              <a:pathLst>
                <a:path extrusionOk="0" h="32774" w="285545">
                  <a:moveTo>
                    <a:pt x="0" y="32774"/>
                  </a:moveTo>
                  <a:lnTo>
                    <a:pt x="188861" y="32774"/>
                  </a:lnTo>
                  <a:lnTo>
                    <a:pt x="221636" y="0"/>
                  </a:lnTo>
                  <a:lnTo>
                    <a:pt x="285545" y="0"/>
                  </a:ln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6" name="Google Shape;16;p2"/>
            <p:cNvSpPr/>
            <p:nvPr/>
          </p:nvSpPr>
          <p:spPr>
            <a:xfrm rot="5400000">
              <a:off x="1110859" y="-1245788"/>
              <a:ext cx="577450" cy="3045475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 rot="5400000">
              <a:off x="654013" y="-781254"/>
              <a:ext cx="687411" cy="2731351"/>
            </a:xfrm>
            <a:custGeom>
              <a:rect b="b" l="l" r="r" t="t"/>
              <a:pathLst>
                <a:path extrusionOk="0" h="43180" w="1676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8" name="Google Shape;18;p2"/>
            <p:cNvGrpSpPr/>
            <p:nvPr/>
          </p:nvGrpSpPr>
          <p:grpSpPr>
            <a:xfrm flipH="1">
              <a:off x="4446909" y="391151"/>
              <a:ext cx="134044" cy="134013"/>
              <a:chOff x="1101075" y="2142375"/>
              <a:chExt cx="439200" cy="439100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" name="Google Shape;21;p2"/>
            <p:cNvGrpSpPr/>
            <p:nvPr/>
          </p:nvGrpSpPr>
          <p:grpSpPr>
            <a:xfrm flipH="1">
              <a:off x="1373609" y="694563"/>
              <a:ext cx="134044" cy="134013"/>
              <a:chOff x="1101075" y="2142375"/>
              <a:chExt cx="439200" cy="439100"/>
            </a:xfrm>
          </p:grpSpPr>
          <p:sp>
            <p:nvSpPr>
              <p:cNvPr id="22" name="Google Shape;22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" name="Google Shape;24;p2"/>
            <p:cNvGrpSpPr/>
            <p:nvPr/>
          </p:nvGrpSpPr>
          <p:grpSpPr>
            <a:xfrm flipH="1">
              <a:off x="1086834" y="957463"/>
              <a:ext cx="134044" cy="134013"/>
              <a:chOff x="1101075" y="2142375"/>
              <a:chExt cx="439200" cy="439100"/>
            </a:xfrm>
          </p:grpSpPr>
          <p:sp>
            <p:nvSpPr>
              <p:cNvPr id="25" name="Google Shape;25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" name="Google Shape;27;p2"/>
            <p:cNvGrpSpPr/>
            <p:nvPr/>
          </p:nvGrpSpPr>
          <p:grpSpPr>
            <a:xfrm flipH="1">
              <a:off x="277709" y="957463"/>
              <a:ext cx="134044" cy="134013"/>
              <a:chOff x="1101075" y="2142375"/>
              <a:chExt cx="439200" cy="439100"/>
            </a:xfrm>
          </p:grpSpPr>
          <p:sp>
            <p:nvSpPr>
              <p:cNvPr id="28" name="Google Shape;28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0" name="Google Shape;30;p2"/>
            <p:cNvGrpSpPr/>
            <p:nvPr/>
          </p:nvGrpSpPr>
          <p:grpSpPr>
            <a:xfrm flipH="1">
              <a:off x="277709" y="640813"/>
              <a:ext cx="134044" cy="134013"/>
              <a:chOff x="1101075" y="2142375"/>
              <a:chExt cx="439200" cy="439100"/>
            </a:xfrm>
          </p:grpSpPr>
          <p:sp>
            <p:nvSpPr>
              <p:cNvPr id="31" name="Google Shape;31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3" name="Google Shape;33;p2"/>
          <p:cNvGrpSpPr/>
          <p:nvPr/>
        </p:nvGrpSpPr>
        <p:grpSpPr>
          <a:xfrm>
            <a:off x="6385735" y="3039700"/>
            <a:ext cx="3920501" cy="3213899"/>
            <a:chOff x="6309535" y="2842975"/>
            <a:chExt cx="3920501" cy="3213899"/>
          </a:xfrm>
        </p:grpSpPr>
        <p:pic>
          <p:nvPicPr>
            <p:cNvPr id="34" name="Google Shape;34;p2"/>
            <p:cNvPicPr preferRelativeResize="0"/>
            <p:nvPr/>
          </p:nvPicPr>
          <p:blipFill rotWithShape="1">
            <a:blip r:embed="rId3">
              <a:alphaModFix/>
            </a:blip>
            <a:srcRect b="26177" l="16960" r="7121" t="24718"/>
            <a:stretch/>
          </p:blipFill>
          <p:spPr>
            <a:xfrm>
              <a:off x="6309535" y="3064650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" name="Google Shape;35;p2"/>
            <p:cNvSpPr/>
            <p:nvPr/>
          </p:nvSpPr>
          <p:spPr>
            <a:xfrm rot="10800000">
              <a:off x="7535449" y="2941132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 rot="10800000">
              <a:off x="7694795" y="2941747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280400" y="3719575"/>
              <a:ext cx="582050" cy="582425"/>
              <a:chOff x="959750" y="3039275"/>
              <a:chExt cx="582050" cy="582425"/>
            </a:xfrm>
          </p:grpSpPr>
          <p:sp>
            <p:nvSpPr>
              <p:cNvPr id="38" name="Google Shape;38;p2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5" name="Google Shape;45;p2"/>
            <p:cNvSpPr/>
            <p:nvPr/>
          </p:nvSpPr>
          <p:spPr>
            <a:xfrm>
              <a:off x="8430775" y="2842975"/>
              <a:ext cx="480893" cy="475828"/>
            </a:xfrm>
            <a:custGeom>
              <a:rect b="b" l="l" r="r" t="t"/>
              <a:pathLst>
                <a:path extrusionOk="0" h="35790" w="36171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6" name="Google Shape;46;p2"/>
            <p:cNvGrpSpPr/>
            <p:nvPr/>
          </p:nvGrpSpPr>
          <p:grpSpPr>
            <a:xfrm>
              <a:off x="8337812" y="3492483"/>
              <a:ext cx="699928" cy="1651024"/>
              <a:chOff x="8337812" y="3492483"/>
              <a:chExt cx="699928" cy="1651024"/>
            </a:xfrm>
          </p:grpSpPr>
          <p:sp>
            <p:nvSpPr>
              <p:cNvPr id="47" name="Google Shape;47;p2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rect b="b" l="l" r="r" t="t"/>
                <a:pathLst>
                  <a:path extrusionOk="0" h="24714" w="11779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" name="Google Shape;48;p2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" name="Google Shape;49;p2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0" name="Google Shape;50;p2"/>
            <p:cNvGrpSpPr/>
            <p:nvPr/>
          </p:nvGrpSpPr>
          <p:grpSpPr>
            <a:xfrm>
              <a:off x="7945225" y="4302000"/>
              <a:ext cx="904666" cy="726121"/>
              <a:chOff x="7945225" y="4302000"/>
              <a:chExt cx="904666" cy="726121"/>
            </a:xfrm>
          </p:grpSpPr>
          <p:sp>
            <p:nvSpPr>
              <p:cNvPr id="51" name="Google Shape;51;p2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" name="Google Shape;52;p2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2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54" name="Google Shape;54;p2"/>
          <p:cNvSpPr txBox="1"/>
          <p:nvPr>
            <p:ph type="ctrTitle"/>
          </p:nvPr>
        </p:nvSpPr>
        <p:spPr>
          <a:xfrm>
            <a:off x="1096850" y="816324"/>
            <a:ext cx="6974700" cy="232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55" name="Google Shape;55;p2"/>
          <p:cNvSpPr txBox="1"/>
          <p:nvPr>
            <p:ph idx="1" type="subTitle"/>
          </p:nvPr>
        </p:nvSpPr>
        <p:spPr>
          <a:xfrm>
            <a:off x="1096850" y="3456250"/>
            <a:ext cx="48825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56" name="Google Shape;56;p2"/>
          <p:cNvGrpSpPr/>
          <p:nvPr/>
        </p:nvGrpSpPr>
        <p:grpSpPr>
          <a:xfrm>
            <a:off x="-309885" y="3617406"/>
            <a:ext cx="1448824" cy="2238804"/>
            <a:chOff x="-309885" y="3617406"/>
            <a:chExt cx="1448824" cy="2238804"/>
          </a:xfrm>
        </p:grpSpPr>
        <p:grpSp>
          <p:nvGrpSpPr>
            <p:cNvPr id="57" name="Google Shape;57;p2"/>
            <p:cNvGrpSpPr/>
            <p:nvPr/>
          </p:nvGrpSpPr>
          <p:grpSpPr>
            <a:xfrm>
              <a:off x="-277007" y="3870159"/>
              <a:ext cx="981772" cy="1986051"/>
              <a:chOff x="-293545" y="3454371"/>
              <a:chExt cx="981772" cy="1986051"/>
            </a:xfrm>
          </p:grpSpPr>
          <p:sp>
            <p:nvSpPr>
              <p:cNvPr id="58" name="Google Shape;58;p2"/>
              <p:cNvSpPr/>
              <p:nvPr/>
            </p:nvSpPr>
            <p:spPr>
              <a:xfrm rot="10800000">
                <a:off x="-293545" y="345437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" name="Google Shape;59;p2"/>
              <p:cNvSpPr/>
              <p:nvPr/>
            </p:nvSpPr>
            <p:spPr>
              <a:xfrm rot="10800000">
                <a:off x="-156450" y="345490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0" name="Google Shape;60;p2"/>
            <p:cNvGrpSpPr/>
            <p:nvPr/>
          </p:nvGrpSpPr>
          <p:grpSpPr>
            <a:xfrm>
              <a:off x="363249" y="4906873"/>
              <a:ext cx="699940" cy="478601"/>
              <a:chOff x="39722" y="4349021"/>
              <a:chExt cx="1061964" cy="726143"/>
            </a:xfrm>
          </p:grpSpPr>
          <p:grpSp>
            <p:nvGrpSpPr>
              <p:cNvPr id="61" name="Google Shape;61;p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62" name="Google Shape;62;p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63" name="Google Shape;63;p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64" name="Google Shape;64;p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5" name="Google Shape;65;p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6" name="Google Shape;66;p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7" name="Google Shape;67;p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8" name="Google Shape;68;p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69" name="Google Shape;69;p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0" name="Google Shape;70;p2"/>
            <p:cNvGrpSpPr/>
            <p:nvPr/>
          </p:nvGrpSpPr>
          <p:grpSpPr>
            <a:xfrm rot="-5400000">
              <a:off x="-461873" y="3769393"/>
              <a:ext cx="1351491" cy="1047516"/>
              <a:chOff x="-2460210" y="2758493"/>
              <a:chExt cx="1351491" cy="1047516"/>
            </a:xfrm>
          </p:grpSpPr>
          <p:sp>
            <p:nvSpPr>
              <p:cNvPr id="71" name="Google Shape;71;p2"/>
              <p:cNvSpPr/>
              <p:nvPr/>
            </p:nvSpPr>
            <p:spPr>
              <a:xfrm rot="-2700000">
                <a:off x="-2341816" y="31085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" name="Google Shape;72;p2"/>
              <p:cNvSpPr/>
              <p:nvPr/>
            </p:nvSpPr>
            <p:spPr>
              <a:xfrm rot="-2700000">
                <a:off x="-2157466" y="30323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2"/>
              <p:cNvSpPr/>
              <p:nvPr/>
            </p:nvSpPr>
            <p:spPr>
              <a:xfrm rot="-2700000">
                <a:off x="-1993591" y="29561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2"/>
              <p:cNvSpPr/>
              <p:nvPr/>
            </p:nvSpPr>
            <p:spPr>
              <a:xfrm rot="-2700000">
                <a:off x="-1809241" y="28799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5" name="Google Shape;75;p2"/>
            <p:cNvGrpSpPr/>
            <p:nvPr/>
          </p:nvGrpSpPr>
          <p:grpSpPr>
            <a:xfrm>
              <a:off x="438999" y="4567398"/>
              <a:ext cx="699940" cy="478601"/>
              <a:chOff x="39722" y="4349021"/>
              <a:chExt cx="1061964" cy="726143"/>
            </a:xfrm>
          </p:grpSpPr>
          <p:grpSp>
            <p:nvGrpSpPr>
              <p:cNvPr id="76" name="Google Shape;76;p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77" name="Google Shape;77;p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78" name="Google Shape;78;p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79" name="Google Shape;79;p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80" name="Google Shape;80;p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81" name="Google Shape;81;p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82" name="Google Shape;82;p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83" name="Google Shape;83;p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84" name="Google Shape;84;p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5" name="Google Shape;85;p2"/>
            <p:cNvGrpSpPr/>
            <p:nvPr/>
          </p:nvGrpSpPr>
          <p:grpSpPr>
            <a:xfrm>
              <a:off x="-65076" y="4623886"/>
              <a:ext cx="699940" cy="478601"/>
              <a:chOff x="39722" y="4349021"/>
              <a:chExt cx="1061964" cy="726143"/>
            </a:xfrm>
          </p:grpSpPr>
          <p:grpSp>
            <p:nvGrpSpPr>
              <p:cNvPr id="86" name="Google Shape;86;p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87" name="Google Shape;87;p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88" name="Google Shape;88;p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89" name="Google Shape;89;p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0" name="Google Shape;90;p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1" name="Google Shape;91;p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2" name="Google Shape;92;p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3" name="Google Shape;93;p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94" name="Google Shape;94;p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title"/>
          </p:nvPr>
        </p:nvSpPr>
        <p:spPr>
          <a:xfrm>
            <a:off x="720000" y="2079325"/>
            <a:ext cx="55980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97" name="Google Shape;97;p3"/>
          <p:cNvSpPr txBox="1"/>
          <p:nvPr>
            <p:ph hasCustomPrompt="1" idx="2" type="title"/>
          </p:nvPr>
        </p:nvSpPr>
        <p:spPr>
          <a:xfrm>
            <a:off x="720000" y="1025725"/>
            <a:ext cx="1702500" cy="9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200"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98" name="Google Shape;98;p3"/>
          <p:cNvSpPr txBox="1"/>
          <p:nvPr>
            <p:ph idx="1" type="subTitle"/>
          </p:nvPr>
        </p:nvSpPr>
        <p:spPr>
          <a:xfrm>
            <a:off x="720000" y="3252375"/>
            <a:ext cx="5598000" cy="45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99" name="Google Shape;99;p3"/>
          <p:cNvGrpSpPr/>
          <p:nvPr/>
        </p:nvGrpSpPr>
        <p:grpSpPr>
          <a:xfrm>
            <a:off x="-539206" y="-1717975"/>
            <a:ext cx="4397193" cy="4171657"/>
            <a:chOff x="-494406" y="-1584825"/>
            <a:chExt cx="4397193" cy="4171657"/>
          </a:xfrm>
        </p:grpSpPr>
        <p:grpSp>
          <p:nvGrpSpPr>
            <p:cNvPr id="100" name="Google Shape;100;p3"/>
            <p:cNvGrpSpPr/>
            <p:nvPr/>
          </p:nvGrpSpPr>
          <p:grpSpPr>
            <a:xfrm>
              <a:off x="-494406" y="-252396"/>
              <a:ext cx="1741563" cy="1288563"/>
              <a:chOff x="-494406" y="-252396"/>
              <a:chExt cx="1741563" cy="1288563"/>
            </a:xfrm>
          </p:grpSpPr>
          <p:sp>
            <p:nvSpPr>
              <p:cNvPr id="101" name="Google Shape;101;p3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" name="Google Shape;102;p3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3" name="Google Shape;103;p3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104" name="Google Shape;104;p3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" name="Google Shape;105;p3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6" name="Google Shape;106;p3"/>
            <p:cNvGrpSpPr/>
            <p:nvPr/>
          </p:nvGrpSpPr>
          <p:grpSpPr>
            <a:xfrm>
              <a:off x="441574" y="-36652"/>
              <a:ext cx="699940" cy="478601"/>
              <a:chOff x="39722" y="4349021"/>
              <a:chExt cx="1061964" cy="726143"/>
            </a:xfrm>
          </p:grpSpPr>
          <p:grpSp>
            <p:nvGrpSpPr>
              <p:cNvPr id="107" name="Google Shape;107;p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08" name="Google Shape;108;p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09" name="Google Shape;109;p3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10" name="Google Shape;110;p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1" name="Google Shape;111;p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2" name="Google Shape;112;p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3" name="Google Shape;113;p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4" name="Google Shape;114;p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115" name="Google Shape;115;p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6" name="Google Shape;116;p3"/>
            <p:cNvGrpSpPr/>
            <p:nvPr/>
          </p:nvGrpSpPr>
          <p:grpSpPr>
            <a:xfrm>
              <a:off x="955673" y="11"/>
              <a:ext cx="592576" cy="405260"/>
              <a:chOff x="39722" y="4349021"/>
              <a:chExt cx="1061964" cy="726143"/>
            </a:xfrm>
          </p:grpSpPr>
          <p:grpSp>
            <p:nvGrpSpPr>
              <p:cNvPr id="117" name="Google Shape;117;p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18" name="Google Shape;118;p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19" name="Google Shape;119;p3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20" name="Google Shape;120;p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1" name="Google Shape;121;p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2" name="Google Shape;122;p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3" name="Google Shape;123;p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4" name="Google Shape;124;p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125" name="Google Shape;125;p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6" name="Google Shape;126;p3"/>
            <p:cNvGrpSpPr/>
            <p:nvPr/>
          </p:nvGrpSpPr>
          <p:grpSpPr>
            <a:xfrm>
              <a:off x="-1" y="621223"/>
              <a:ext cx="699940" cy="478601"/>
              <a:chOff x="39722" y="4349021"/>
              <a:chExt cx="1061964" cy="726143"/>
            </a:xfrm>
          </p:grpSpPr>
          <p:grpSp>
            <p:nvGrpSpPr>
              <p:cNvPr id="127" name="Google Shape;127;p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28" name="Google Shape;128;p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29" name="Google Shape;129;p3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30" name="Google Shape;130;p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1" name="Google Shape;131;p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2" name="Google Shape;132;p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3" name="Google Shape;133;p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4" name="Google Shape;134;p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135" name="Google Shape;135;p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6" name="Google Shape;136;p3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137" name="Google Shape;137;p3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" name="Google Shape;138;p3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" name="Google Shape;139;p3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42" name="Google Shape;142;p4"/>
          <p:cNvSpPr txBox="1"/>
          <p:nvPr>
            <p:ph idx="1" type="body"/>
          </p:nvPr>
        </p:nvSpPr>
        <p:spPr>
          <a:xfrm>
            <a:off x="720000" y="1139551"/>
            <a:ext cx="7704000" cy="4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AutoNum type="arabicPeriod"/>
              <a:defRPr>
                <a:solidFill>
                  <a:srgbClr val="191919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9pPr>
          </a:lstStyle>
          <a:p/>
        </p:txBody>
      </p:sp>
      <p:grpSp>
        <p:nvGrpSpPr>
          <p:cNvPr id="143" name="Google Shape;143;p4"/>
          <p:cNvGrpSpPr/>
          <p:nvPr/>
        </p:nvGrpSpPr>
        <p:grpSpPr>
          <a:xfrm>
            <a:off x="7365150" y="-1147799"/>
            <a:ext cx="3733124" cy="6537004"/>
            <a:chOff x="7212750" y="-1147799"/>
            <a:chExt cx="3733124" cy="6537004"/>
          </a:xfrm>
        </p:grpSpPr>
        <p:pic>
          <p:nvPicPr>
            <p:cNvPr id="144" name="Google Shape;144;p4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>
              <a:off x="7212750" y="-1147799"/>
              <a:ext cx="3733124" cy="28492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5" name="Google Shape;145;p4"/>
            <p:cNvGrpSpPr/>
            <p:nvPr/>
          </p:nvGrpSpPr>
          <p:grpSpPr>
            <a:xfrm>
              <a:off x="7392021" y="539499"/>
              <a:ext cx="1518472" cy="3030657"/>
              <a:chOff x="7785196" y="342199"/>
              <a:chExt cx="1518472" cy="3030657"/>
            </a:xfrm>
          </p:grpSpPr>
          <p:sp>
            <p:nvSpPr>
              <p:cNvPr id="146" name="Google Shape;146;p4"/>
              <p:cNvSpPr/>
              <p:nvPr/>
            </p:nvSpPr>
            <p:spPr>
              <a:xfrm rot="10800000">
                <a:off x="7882621" y="539499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4"/>
              <p:cNvSpPr/>
              <p:nvPr/>
            </p:nvSpPr>
            <p:spPr>
              <a:xfrm rot="10800000">
                <a:off x="7785196" y="342199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48" name="Google Shape;148;p4"/>
            <p:cNvSpPr/>
            <p:nvPr/>
          </p:nvSpPr>
          <p:spPr>
            <a:xfrm rot="5400000">
              <a:off x="8098189" y="-877180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49" name="Google Shape;149;p4"/>
            <p:cNvGrpSpPr/>
            <p:nvPr/>
          </p:nvGrpSpPr>
          <p:grpSpPr>
            <a:xfrm>
              <a:off x="7740801" y="270000"/>
              <a:ext cx="3153315" cy="5119205"/>
              <a:chOff x="7740801" y="270000"/>
              <a:chExt cx="3153315" cy="5119205"/>
            </a:xfrm>
          </p:grpSpPr>
          <p:sp>
            <p:nvSpPr>
              <p:cNvPr id="150" name="Google Shape;150;p4"/>
              <p:cNvSpPr/>
              <p:nvPr/>
            </p:nvSpPr>
            <p:spPr>
              <a:xfrm>
                <a:off x="7740801" y="270000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51" name="Google Shape;151;p4"/>
              <p:cNvGrpSpPr/>
              <p:nvPr/>
            </p:nvGrpSpPr>
            <p:grpSpPr>
              <a:xfrm>
                <a:off x="8192886" y="4736397"/>
                <a:ext cx="134004" cy="134004"/>
                <a:chOff x="8356813" y="1074288"/>
                <a:chExt cx="351900" cy="351900"/>
              </a:xfrm>
            </p:grpSpPr>
            <p:sp>
              <p:nvSpPr>
                <p:cNvPr id="152" name="Google Shape;152;p4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3" name="Google Shape;153;p4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54" name="Google Shape;154;p4"/>
              <p:cNvGrpSpPr/>
              <p:nvPr/>
            </p:nvGrpSpPr>
            <p:grpSpPr>
              <a:xfrm>
                <a:off x="8788211" y="3794722"/>
                <a:ext cx="134004" cy="134004"/>
                <a:chOff x="8356813" y="1074288"/>
                <a:chExt cx="351900" cy="351900"/>
              </a:xfrm>
            </p:grpSpPr>
            <p:sp>
              <p:nvSpPr>
                <p:cNvPr id="155" name="Google Shape;155;p4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6" name="Google Shape;156;p4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57" name="Google Shape;157;p4"/>
              <p:cNvGrpSpPr/>
              <p:nvPr/>
            </p:nvGrpSpPr>
            <p:grpSpPr>
              <a:xfrm>
                <a:off x="8654186" y="2424672"/>
                <a:ext cx="134004" cy="134004"/>
                <a:chOff x="8356813" y="1074288"/>
                <a:chExt cx="351900" cy="351900"/>
              </a:xfrm>
            </p:grpSpPr>
            <p:sp>
              <p:nvSpPr>
                <p:cNvPr id="158" name="Google Shape;158;p4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9" name="Google Shape;159;p4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grpSp>
        <p:nvGrpSpPr>
          <p:cNvPr id="160" name="Google Shape;160;p4"/>
          <p:cNvGrpSpPr/>
          <p:nvPr/>
        </p:nvGrpSpPr>
        <p:grpSpPr>
          <a:xfrm rot="-2529045">
            <a:off x="105741" y="3680210"/>
            <a:ext cx="591691" cy="2260270"/>
            <a:chOff x="-132364" y="1829399"/>
            <a:chExt cx="591677" cy="2260214"/>
          </a:xfrm>
        </p:grpSpPr>
        <p:sp>
          <p:nvSpPr>
            <p:cNvPr id="161" name="Google Shape;161;p4"/>
            <p:cNvSpPr/>
            <p:nvPr/>
          </p:nvSpPr>
          <p:spPr>
            <a:xfrm rot="10800000">
              <a:off x="62461" y="1829399"/>
              <a:ext cx="396852" cy="2260214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4"/>
            <p:cNvSpPr/>
            <p:nvPr/>
          </p:nvSpPr>
          <p:spPr>
            <a:xfrm rot="10800000">
              <a:off x="-132364" y="1829399"/>
              <a:ext cx="396852" cy="2260214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3" name="Google Shape;163;p4"/>
          <p:cNvGrpSpPr/>
          <p:nvPr/>
        </p:nvGrpSpPr>
        <p:grpSpPr>
          <a:xfrm>
            <a:off x="-520148" y="-573164"/>
            <a:ext cx="1502291" cy="2806842"/>
            <a:chOff x="-367748" y="-573164"/>
            <a:chExt cx="1502291" cy="2806842"/>
          </a:xfrm>
        </p:grpSpPr>
        <p:grpSp>
          <p:nvGrpSpPr>
            <p:cNvPr id="164" name="Google Shape;164;p4"/>
            <p:cNvGrpSpPr/>
            <p:nvPr/>
          </p:nvGrpSpPr>
          <p:grpSpPr>
            <a:xfrm rot="10800000">
              <a:off x="-191449" y="1507557"/>
              <a:ext cx="904666" cy="726121"/>
              <a:chOff x="7945225" y="4302000"/>
              <a:chExt cx="904666" cy="726121"/>
            </a:xfrm>
          </p:grpSpPr>
          <p:sp>
            <p:nvSpPr>
              <p:cNvPr id="165" name="Google Shape;165;p4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4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4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68" name="Google Shape;168;p4"/>
            <p:cNvSpPr/>
            <p:nvPr/>
          </p:nvSpPr>
          <p:spPr>
            <a:xfrm>
              <a:off x="152767" y="-572549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4"/>
            <p:cNvSpPr/>
            <p:nvPr/>
          </p:nvSpPr>
          <p:spPr>
            <a:xfrm>
              <a:off x="-6579" y="-573164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70" name="Google Shape;170;p4"/>
            <p:cNvGrpSpPr/>
            <p:nvPr/>
          </p:nvGrpSpPr>
          <p:grpSpPr>
            <a:xfrm rot="10800000">
              <a:off x="-367748" y="-467133"/>
              <a:ext cx="699928" cy="1651024"/>
              <a:chOff x="8337812" y="3492483"/>
              <a:chExt cx="699928" cy="1651024"/>
            </a:xfrm>
          </p:grpSpPr>
          <p:sp>
            <p:nvSpPr>
              <p:cNvPr id="171" name="Google Shape;171;p4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rect b="b" l="l" r="r" t="t"/>
                <a:pathLst>
                  <a:path extrusionOk="0" h="24714" w="11779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4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4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76" name="Google Shape;176;p5"/>
          <p:cNvSpPr txBox="1"/>
          <p:nvPr>
            <p:ph idx="1" type="subTitle"/>
          </p:nvPr>
        </p:nvSpPr>
        <p:spPr>
          <a:xfrm>
            <a:off x="4999903" y="2372500"/>
            <a:ext cx="2340300" cy="13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77" name="Google Shape;177;p5"/>
          <p:cNvSpPr txBox="1"/>
          <p:nvPr>
            <p:ph idx="2" type="subTitle"/>
          </p:nvPr>
        </p:nvSpPr>
        <p:spPr>
          <a:xfrm>
            <a:off x="1803800" y="2372500"/>
            <a:ext cx="2340300" cy="13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78" name="Google Shape;178;p5"/>
          <p:cNvSpPr txBox="1"/>
          <p:nvPr>
            <p:ph idx="3" type="subTitle"/>
          </p:nvPr>
        </p:nvSpPr>
        <p:spPr>
          <a:xfrm>
            <a:off x="4999908" y="2048488"/>
            <a:ext cx="23403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79" name="Google Shape;179;p5"/>
          <p:cNvSpPr txBox="1"/>
          <p:nvPr>
            <p:ph idx="4" type="subTitle"/>
          </p:nvPr>
        </p:nvSpPr>
        <p:spPr>
          <a:xfrm>
            <a:off x="1803800" y="2048488"/>
            <a:ext cx="23403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grpSp>
        <p:nvGrpSpPr>
          <p:cNvPr id="180" name="Google Shape;180;p5"/>
          <p:cNvGrpSpPr/>
          <p:nvPr/>
        </p:nvGrpSpPr>
        <p:grpSpPr>
          <a:xfrm>
            <a:off x="7579113" y="-890399"/>
            <a:ext cx="2898275" cy="3032950"/>
            <a:chOff x="7198113" y="-890399"/>
            <a:chExt cx="2898275" cy="3032950"/>
          </a:xfrm>
        </p:grpSpPr>
        <p:pic>
          <p:nvPicPr>
            <p:cNvPr id="181" name="Google Shape;181;p5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 rot="-5400000">
              <a:off x="7130775" y="-823062"/>
              <a:ext cx="3032950" cy="28982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82" name="Google Shape;182;p5"/>
            <p:cNvGrpSpPr/>
            <p:nvPr/>
          </p:nvGrpSpPr>
          <p:grpSpPr>
            <a:xfrm>
              <a:off x="8319318" y="-249682"/>
              <a:ext cx="1460040" cy="1171886"/>
              <a:chOff x="7945225" y="4302000"/>
              <a:chExt cx="904666" cy="726121"/>
            </a:xfrm>
          </p:grpSpPr>
          <p:sp>
            <p:nvSpPr>
              <p:cNvPr id="183" name="Google Shape;183;p5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" name="Google Shape;184;p5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" name="Google Shape;185;p5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86" name="Google Shape;186;p5"/>
          <p:cNvGrpSpPr/>
          <p:nvPr/>
        </p:nvGrpSpPr>
        <p:grpSpPr>
          <a:xfrm>
            <a:off x="-613920" y="3693606"/>
            <a:ext cx="2048057" cy="2238804"/>
            <a:chOff x="-461520" y="3617406"/>
            <a:chExt cx="2048057" cy="2238804"/>
          </a:xfrm>
        </p:grpSpPr>
        <p:grpSp>
          <p:nvGrpSpPr>
            <p:cNvPr id="187" name="Google Shape;187;p5"/>
            <p:cNvGrpSpPr/>
            <p:nvPr/>
          </p:nvGrpSpPr>
          <p:grpSpPr>
            <a:xfrm>
              <a:off x="-461520" y="3617406"/>
              <a:ext cx="1916534" cy="2238804"/>
              <a:chOff x="-461520" y="3617406"/>
              <a:chExt cx="1916534" cy="2238804"/>
            </a:xfrm>
          </p:grpSpPr>
          <p:grpSp>
            <p:nvGrpSpPr>
              <p:cNvPr id="188" name="Google Shape;188;p5"/>
              <p:cNvGrpSpPr/>
              <p:nvPr/>
            </p:nvGrpSpPr>
            <p:grpSpPr>
              <a:xfrm flipH="1">
                <a:off x="-461520" y="4010132"/>
                <a:ext cx="1916534" cy="1538287"/>
                <a:chOff x="7945225" y="4302000"/>
                <a:chExt cx="904666" cy="726121"/>
              </a:xfrm>
            </p:grpSpPr>
            <p:sp>
              <p:nvSpPr>
                <p:cNvPr id="189" name="Google Shape;189;p5"/>
                <p:cNvSpPr/>
                <p:nvPr/>
              </p:nvSpPr>
              <p:spPr>
                <a:xfrm>
                  <a:off x="8176775" y="4445200"/>
                  <a:ext cx="673116" cy="582921"/>
                </a:xfrm>
                <a:custGeom>
                  <a:rect b="b" l="l" r="r" t="t"/>
                  <a:pathLst>
                    <a:path extrusionOk="0" h="44413" w="51285">
                      <a:moveTo>
                        <a:pt x="12814" y="0"/>
                      </a:moveTo>
                      <a:lnTo>
                        <a:pt x="0" y="22199"/>
                      </a:lnTo>
                      <a:lnTo>
                        <a:pt x="12814" y="44413"/>
                      </a:lnTo>
                      <a:lnTo>
                        <a:pt x="38471" y="44413"/>
                      </a:lnTo>
                      <a:lnTo>
                        <a:pt x="51285" y="22199"/>
                      </a:lnTo>
                      <a:lnTo>
                        <a:pt x="3847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22000">
                      <a:schemeClr val="lt1"/>
                    </a:gs>
                    <a:gs pos="45000">
                      <a:srgbClr val="FFFFFF">
                        <a:alpha val="0"/>
                      </a:srgbClr>
                    </a:gs>
                    <a:gs pos="100000">
                      <a:srgbClr val="0C0A9E">
                        <a:alpha val="50196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0" name="Google Shape;190;p5"/>
                <p:cNvSpPr/>
                <p:nvPr/>
              </p:nvSpPr>
              <p:spPr>
                <a:xfrm>
                  <a:off x="8164350" y="4302000"/>
                  <a:ext cx="480925" cy="416483"/>
                </a:xfrm>
                <a:custGeom>
                  <a:rect b="b" l="l" r="r" t="t"/>
                  <a:pathLst>
                    <a:path extrusionOk="0" h="44413" w="51285">
                      <a:moveTo>
                        <a:pt x="12814" y="0"/>
                      </a:moveTo>
                      <a:lnTo>
                        <a:pt x="0" y="22199"/>
                      </a:lnTo>
                      <a:lnTo>
                        <a:pt x="12814" y="44413"/>
                      </a:lnTo>
                      <a:lnTo>
                        <a:pt x="38471" y="44413"/>
                      </a:lnTo>
                      <a:lnTo>
                        <a:pt x="51285" y="22199"/>
                      </a:lnTo>
                      <a:lnTo>
                        <a:pt x="3847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22000">
                      <a:schemeClr val="lt1"/>
                    </a:gs>
                    <a:gs pos="45000">
                      <a:srgbClr val="FFFFFF">
                        <a:alpha val="0"/>
                      </a:srgbClr>
                    </a:gs>
                    <a:gs pos="100000">
                      <a:srgbClr val="0C0A9E">
                        <a:alpha val="50196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1" name="Google Shape;191;p5"/>
                <p:cNvSpPr/>
                <p:nvPr/>
              </p:nvSpPr>
              <p:spPr>
                <a:xfrm>
                  <a:off x="7945225" y="4445200"/>
                  <a:ext cx="480925" cy="416483"/>
                </a:xfrm>
                <a:custGeom>
                  <a:rect b="b" l="l" r="r" t="t"/>
                  <a:pathLst>
                    <a:path extrusionOk="0" h="44413" w="51285">
                      <a:moveTo>
                        <a:pt x="12814" y="0"/>
                      </a:moveTo>
                      <a:lnTo>
                        <a:pt x="0" y="22199"/>
                      </a:lnTo>
                      <a:lnTo>
                        <a:pt x="12814" y="44413"/>
                      </a:lnTo>
                      <a:lnTo>
                        <a:pt x="38471" y="44413"/>
                      </a:lnTo>
                      <a:lnTo>
                        <a:pt x="51285" y="22199"/>
                      </a:lnTo>
                      <a:lnTo>
                        <a:pt x="3847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22000">
                      <a:schemeClr val="lt1"/>
                    </a:gs>
                    <a:gs pos="45000">
                      <a:srgbClr val="FFFFFF">
                        <a:alpha val="0"/>
                      </a:srgbClr>
                    </a:gs>
                    <a:gs pos="100000">
                      <a:srgbClr val="0C0A9E">
                        <a:alpha val="50196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92" name="Google Shape;192;p5"/>
              <p:cNvGrpSpPr/>
              <p:nvPr/>
            </p:nvGrpSpPr>
            <p:grpSpPr>
              <a:xfrm>
                <a:off x="-309885" y="3617406"/>
                <a:ext cx="1448824" cy="2238804"/>
                <a:chOff x="-309885" y="3617406"/>
                <a:chExt cx="1448824" cy="2238804"/>
              </a:xfrm>
            </p:grpSpPr>
            <p:grpSp>
              <p:nvGrpSpPr>
                <p:cNvPr id="193" name="Google Shape;193;p5"/>
                <p:cNvGrpSpPr/>
                <p:nvPr/>
              </p:nvGrpSpPr>
              <p:grpSpPr>
                <a:xfrm>
                  <a:off x="-277007" y="3870159"/>
                  <a:ext cx="981772" cy="1986051"/>
                  <a:chOff x="-293545" y="3454371"/>
                  <a:chExt cx="981772" cy="1986051"/>
                </a:xfrm>
              </p:grpSpPr>
              <p:sp>
                <p:nvSpPr>
                  <p:cNvPr id="194" name="Google Shape;194;p5"/>
                  <p:cNvSpPr/>
                  <p:nvPr/>
                </p:nvSpPr>
                <p:spPr>
                  <a:xfrm rot="10800000">
                    <a:off x="-293545" y="3454371"/>
                    <a:ext cx="844677" cy="1985522"/>
                  </a:xfrm>
                  <a:custGeom>
                    <a:rect b="b" l="l" r="r" t="t"/>
                    <a:pathLst>
                      <a:path extrusionOk="0" h="56267" w="23937">
                        <a:moveTo>
                          <a:pt x="12997" y="1"/>
                        </a:moveTo>
                        <a:lnTo>
                          <a:pt x="12784" y="214"/>
                        </a:lnTo>
                        <a:lnTo>
                          <a:pt x="23098" y="10513"/>
                        </a:lnTo>
                        <a:cubicBezTo>
                          <a:pt x="23434" y="10864"/>
                          <a:pt x="23632" y="11321"/>
                          <a:pt x="23632" y="11808"/>
                        </a:cubicBezTo>
                        <a:cubicBezTo>
                          <a:pt x="23632" y="12311"/>
                          <a:pt x="23434" y="12768"/>
                          <a:pt x="23098" y="13104"/>
                        </a:cubicBezTo>
                        <a:lnTo>
                          <a:pt x="21925" y="14261"/>
                        </a:lnTo>
                        <a:cubicBezTo>
                          <a:pt x="21575" y="14627"/>
                          <a:pt x="21110" y="14810"/>
                          <a:pt x="20642" y="14810"/>
                        </a:cubicBezTo>
                        <a:cubicBezTo>
                          <a:pt x="20173" y="14810"/>
                          <a:pt x="19701" y="14627"/>
                          <a:pt x="19335" y="14261"/>
                        </a:cubicBezTo>
                        <a:lnTo>
                          <a:pt x="16958" y="11885"/>
                        </a:lnTo>
                        <a:cubicBezTo>
                          <a:pt x="16547" y="11489"/>
                          <a:pt x="16029" y="11260"/>
                          <a:pt x="15435" y="11260"/>
                        </a:cubicBezTo>
                        <a:cubicBezTo>
                          <a:pt x="14841" y="11260"/>
                          <a:pt x="14307" y="11489"/>
                          <a:pt x="13911" y="11885"/>
                        </a:cubicBezTo>
                        <a:lnTo>
                          <a:pt x="12525" y="13271"/>
                        </a:lnTo>
                        <a:cubicBezTo>
                          <a:pt x="12129" y="13698"/>
                          <a:pt x="11900" y="14231"/>
                          <a:pt x="11900" y="14795"/>
                        </a:cubicBezTo>
                        <a:cubicBezTo>
                          <a:pt x="11900" y="15374"/>
                          <a:pt x="12129" y="15922"/>
                          <a:pt x="12525" y="16318"/>
                        </a:cubicBezTo>
                        <a:cubicBezTo>
                          <a:pt x="12860" y="16669"/>
                          <a:pt x="13058" y="17126"/>
                          <a:pt x="13058" y="17629"/>
                        </a:cubicBezTo>
                        <a:cubicBezTo>
                          <a:pt x="13058" y="18116"/>
                          <a:pt x="12860" y="18573"/>
                          <a:pt x="12525" y="18924"/>
                        </a:cubicBezTo>
                        <a:lnTo>
                          <a:pt x="11489" y="19944"/>
                        </a:lnTo>
                        <a:cubicBezTo>
                          <a:pt x="11154" y="20295"/>
                          <a:pt x="10696" y="20478"/>
                          <a:pt x="10209" y="20478"/>
                        </a:cubicBezTo>
                        <a:lnTo>
                          <a:pt x="9569" y="20478"/>
                        </a:lnTo>
                        <a:cubicBezTo>
                          <a:pt x="8990" y="20478"/>
                          <a:pt x="8457" y="20706"/>
                          <a:pt x="8045" y="21102"/>
                        </a:cubicBezTo>
                        <a:lnTo>
                          <a:pt x="3353" y="25810"/>
                        </a:lnTo>
                        <a:cubicBezTo>
                          <a:pt x="2515" y="26648"/>
                          <a:pt x="2515" y="28004"/>
                          <a:pt x="3353" y="28842"/>
                        </a:cubicBezTo>
                        <a:lnTo>
                          <a:pt x="10529" y="36018"/>
                        </a:lnTo>
                        <a:cubicBezTo>
                          <a:pt x="10864" y="36369"/>
                          <a:pt x="11062" y="36826"/>
                          <a:pt x="11062" y="37313"/>
                        </a:cubicBezTo>
                        <a:cubicBezTo>
                          <a:pt x="11062" y="37801"/>
                          <a:pt x="10864" y="38273"/>
                          <a:pt x="10529" y="38608"/>
                        </a:cubicBezTo>
                        <a:lnTo>
                          <a:pt x="8198" y="40940"/>
                        </a:lnTo>
                        <a:cubicBezTo>
                          <a:pt x="7802" y="41351"/>
                          <a:pt x="7573" y="41884"/>
                          <a:pt x="7573" y="42463"/>
                        </a:cubicBezTo>
                        <a:lnTo>
                          <a:pt x="7573" y="47720"/>
                        </a:lnTo>
                        <a:cubicBezTo>
                          <a:pt x="7573" y="48207"/>
                          <a:pt x="7390" y="48664"/>
                          <a:pt x="7040" y="49015"/>
                        </a:cubicBezTo>
                        <a:lnTo>
                          <a:pt x="1" y="56054"/>
                        </a:lnTo>
                        <a:lnTo>
                          <a:pt x="199" y="56267"/>
                        </a:lnTo>
                        <a:lnTo>
                          <a:pt x="7268" y="49274"/>
                        </a:lnTo>
                        <a:cubicBezTo>
                          <a:pt x="7664" y="48862"/>
                          <a:pt x="7893" y="48329"/>
                          <a:pt x="7893" y="47750"/>
                        </a:cubicBezTo>
                        <a:lnTo>
                          <a:pt x="7893" y="42494"/>
                        </a:lnTo>
                        <a:cubicBezTo>
                          <a:pt x="7893" y="42006"/>
                          <a:pt x="8091" y="41549"/>
                          <a:pt x="8426" y="41199"/>
                        </a:cubicBezTo>
                        <a:lnTo>
                          <a:pt x="10757" y="38883"/>
                        </a:lnTo>
                        <a:cubicBezTo>
                          <a:pt x="11154" y="38456"/>
                          <a:pt x="11382" y="37923"/>
                          <a:pt x="11382" y="37359"/>
                        </a:cubicBezTo>
                        <a:cubicBezTo>
                          <a:pt x="11382" y="36765"/>
                          <a:pt x="11154" y="36232"/>
                          <a:pt x="10757" y="35835"/>
                        </a:cubicBezTo>
                        <a:lnTo>
                          <a:pt x="3581" y="28644"/>
                        </a:lnTo>
                        <a:cubicBezTo>
                          <a:pt x="2850" y="27943"/>
                          <a:pt x="2850" y="26785"/>
                          <a:pt x="3581" y="26054"/>
                        </a:cubicBezTo>
                        <a:lnTo>
                          <a:pt x="8274" y="21346"/>
                        </a:lnTo>
                        <a:cubicBezTo>
                          <a:pt x="8624" y="21011"/>
                          <a:pt x="9081" y="20813"/>
                          <a:pt x="9569" y="20813"/>
                        </a:cubicBezTo>
                        <a:lnTo>
                          <a:pt x="10209" y="20813"/>
                        </a:lnTo>
                        <a:cubicBezTo>
                          <a:pt x="10788" y="20813"/>
                          <a:pt x="11321" y="20584"/>
                          <a:pt x="11732" y="20188"/>
                        </a:cubicBezTo>
                        <a:lnTo>
                          <a:pt x="12753" y="19167"/>
                        </a:lnTo>
                        <a:cubicBezTo>
                          <a:pt x="13149" y="18741"/>
                          <a:pt x="13378" y="18208"/>
                          <a:pt x="13378" y="17644"/>
                        </a:cubicBezTo>
                        <a:cubicBezTo>
                          <a:pt x="13378" y="17050"/>
                          <a:pt x="13149" y="16516"/>
                          <a:pt x="12753" y="16120"/>
                        </a:cubicBezTo>
                        <a:cubicBezTo>
                          <a:pt x="12418" y="15770"/>
                          <a:pt x="12220" y="15313"/>
                          <a:pt x="12220" y="14825"/>
                        </a:cubicBezTo>
                        <a:cubicBezTo>
                          <a:pt x="12220" y="14322"/>
                          <a:pt x="12418" y="13865"/>
                          <a:pt x="12753" y="13530"/>
                        </a:cubicBezTo>
                        <a:lnTo>
                          <a:pt x="14140" y="12128"/>
                        </a:lnTo>
                        <a:cubicBezTo>
                          <a:pt x="14490" y="11793"/>
                          <a:pt x="14947" y="11595"/>
                          <a:pt x="15435" y="11595"/>
                        </a:cubicBezTo>
                        <a:cubicBezTo>
                          <a:pt x="15938" y="11595"/>
                          <a:pt x="16395" y="11793"/>
                          <a:pt x="16730" y="12128"/>
                        </a:cubicBezTo>
                        <a:lnTo>
                          <a:pt x="19107" y="14520"/>
                        </a:lnTo>
                        <a:cubicBezTo>
                          <a:pt x="19526" y="14939"/>
                          <a:pt x="20074" y="15149"/>
                          <a:pt x="20623" y="15149"/>
                        </a:cubicBezTo>
                        <a:cubicBezTo>
                          <a:pt x="21171" y="15149"/>
                          <a:pt x="21720" y="14939"/>
                          <a:pt x="22139" y="14520"/>
                        </a:cubicBezTo>
                        <a:lnTo>
                          <a:pt x="23297" y="13347"/>
                        </a:lnTo>
                        <a:cubicBezTo>
                          <a:pt x="23708" y="12936"/>
                          <a:pt x="23936" y="12403"/>
                          <a:pt x="23936" y="11824"/>
                        </a:cubicBezTo>
                        <a:cubicBezTo>
                          <a:pt x="23936" y="11260"/>
                          <a:pt x="23708" y="10711"/>
                          <a:pt x="23297" y="10300"/>
                        </a:cubicBezTo>
                        <a:lnTo>
                          <a:pt x="12997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2"/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95" name="Google Shape;195;p5"/>
                  <p:cNvSpPr/>
                  <p:nvPr/>
                </p:nvSpPr>
                <p:spPr>
                  <a:xfrm rot="10800000">
                    <a:off x="-156450" y="3454901"/>
                    <a:ext cx="844677" cy="1985522"/>
                  </a:xfrm>
                  <a:custGeom>
                    <a:rect b="b" l="l" r="r" t="t"/>
                    <a:pathLst>
                      <a:path extrusionOk="0" h="56267" w="23937">
                        <a:moveTo>
                          <a:pt x="12997" y="0"/>
                        </a:moveTo>
                        <a:lnTo>
                          <a:pt x="12784" y="214"/>
                        </a:lnTo>
                        <a:lnTo>
                          <a:pt x="23098" y="10513"/>
                        </a:lnTo>
                        <a:cubicBezTo>
                          <a:pt x="23434" y="10848"/>
                          <a:pt x="23632" y="11305"/>
                          <a:pt x="23632" y="11808"/>
                        </a:cubicBezTo>
                        <a:cubicBezTo>
                          <a:pt x="23632" y="12296"/>
                          <a:pt x="23434" y="12753"/>
                          <a:pt x="23098" y="13103"/>
                        </a:cubicBezTo>
                        <a:lnTo>
                          <a:pt x="21925" y="14261"/>
                        </a:lnTo>
                        <a:cubicBezTo>
                          <a:pt x="21575" y="14627"/>
                          <a:pt x="21110" y="14810"/>
                          <a:pt x="20642" y="14810"/>
                        </a:cubicBezTo>
                        <a:cubicBezTo>
                          <a:pt x="20173" y="14810"/>
                          <a:pt x="19701" y="14627"/>
                          <a:pt x="19335" y="14261"/>
                        </a:cubicBezTo>
                        <a:lnTo>
                          <a:pt x="16958" y="11884"/>
                        </a:lnTo>
                        <a:cubicBezTo>
                          <a:pt x="16547" y="11488"/>
                          <a:pt x="16029" y="11260"/>
                          <a:pt x="15435" y="11260"/>
                        </a:cubicBezTo>
                        <a:cubicBezTo>
                          <a:pt x="14840" y="11260"/>
                          <a:pt x="14307" y="11488"/>
                          <a:pt x="13911" y="11884"/>
                        </a:cubicBezTo>
                        <a:lnTo>
                          <a:pt x="12525" y="13271"/>
                        </a:lnTo>
                        <a:cubicBezTo>
                          <a:pt x="11687" y="14109"/>
                          <a:pt x="11687" y="15465"/>
                          <a:pt x="12525" y="16303"/>
                        </a:cubicBezTo>
                        <a:cubicBezTo>
                          <a:pt x="12860" y="16638"/>
                          <a:pt x="13058" y="17095"/>
                          <a:pt x="13058" y="17598"/>
                        </a:cubicBezTo>
                        <a:cubicBezTo>
                          <a:pt x="13058" y="18085"/>
                          <a:pt x="12860" y="18543"/>
                          <a:pt x="12525" y="18893"/>
                        </a:cubicBezTo>
                        <a:lnTo>
                          <a:pt x="11489" y="19914"/>
                        </a:lnTo>
                        <a:cubicBezTo>
                          <a:pt x="11153" y="20264"/>
                          <a:pt x="10696" y="20447"/>
                          <a:pt x="10193" y="20447"/>
                        </a:cubicBezTo>
                        <a:lnTo>
                          <a:pt x="9569" y="20447"/>
                        </a:lnTo>
                        <a:cubicBezTo>
                          <a:pt x="8975" y="20447"/>
                          <a:pt x="8441" y="20676"/>
                          <a:pt x="8045" y="21087"/>
                        </a:cubicBezTo>
                        <a:lnTo>
                          <a:pt x="3337" y="25780"/>
                        </a:lnTo>
                        <a:cubicBezTo>
                          <a:pt x="2941" y="26206"/>
                          <a:pt x="2713" y="26739"/>
                          <a:pt x="2713" y="27303"/>
                        </a:cubicBezTo>
                        <a:cubicBezTo>
                          <a:pt x="2713" y="27897"/>
                          <a:pt x="2941" y="28431"/>
                          <a:pt x="3337" y="28827"/>
                        </a:cubicBezTo>
                        <a:lnTo>
                          <a:pt x="10529" y="36018"/>
                        </a:lnTo>
                        <a:cubicBezTo>
                          <a:pt x="11245" y="36719"/>
                          <a:pt x="11245" y="37877"/>
                          <a:pt x="10529" y="38608"/>
                        </a:cubicBezTo>
                        <a:lnTo>
                          <a:pt x="8198" y="40924"/>
                        </a:lnTo>
                        <a:cubicBezTo>
                          <a:pt x="7801" y="41351"/>
                          <a:pt x="7573" y="41884"/>
                          <a:pt x="7573" y="42448"/>
                        </a:cubicBezTo>
                        <a:lnTo>
                          <a:pt x="7573" y="47704"/>
                        </a:lnTo>
                        <a:cubicBezTo>
                          <a:pt x="7573" y="48207"/>
                          <a:pt x="7375" y="48664"/>
                          <a:pt x="7040" y="48999"/>
                        </a:cubicBezTo>
                        <a:lnTo>
                          <a:pt x="1" y="56053"/>
                        </a:lnTo>
                        <a:lnTo>
                          <a:pt x="199" y="56267"/>
                        </a:lnTo>
                        <a:lnTo>
                          <a:pt x="7268" y="49212"/>
                        </a:lnTo>
                        <a:cubicBezTo>
                          <a:pt x="7664" y="48801"/>
                          <a:pt x="7893" y="48268"/>
                          <a:pt x="7893" y="47689"/>
                        </a:cubicBezTo>
                        <a:lnTo>
                          <a:pt x="7893" y="42432"/>
                        </a:lnTo>
                        <a:cubicBezTo>
                          <a:pt x="7893" y="41945"/>
                          <a:pt x="8091" y="41473"/>
                          <a:pt x="8426" y="41137"/>
                        </a:cubicBezTo>
                        <a:lnTo>
                          <a:pt x="10757" y="38806"/>
                        </a:lnTo>
                        <a:cubicBezTo>
                          <a:pt x="11595" y="37984"/>
                          <a:pt x="11595" y="36628"/>
                          <a:pt x="10757" y="35790"/>
                        </a:cubicBezTo>
                        <a:lnTo>
                          <a:pt x="3581" y="28598"/>
                        </a:lnTo>
                        <a:cubicBezTo>
                          <a:pt x="3231" y="28263"/>
                          <a:pt x="3048" y="27806"/>
                          <a:pt x="3048" y="27318"/>
                        </a:cubicBezTo>
                        <a:cubicBezTo>
                          <a:pt x="3048" y="26816"/>
                          <a:pt x="3231" y="26359"/>
                          <a:pt x="3581" y="26023"/>
                        </a:cubicBezTo>
                        <a:lnTo>
                          <a:pt x="8274" y="21346"/>
                        </a:lnTo>
                        <a:cubicBezTo>
                          <a:pt x="8624" y="21011"/>
                          <a:pt x="9081" y="20813"/>
                          <a:pt x="9569" y="20813"/>
                        </a:cubicBezTo>
                        <a:lnTo>
                          <a:pt x="10209" y="20813"/>
                        </a:lnTo>
                        <a:cubicBezTo>
                          <a:pt x="10788" y="20813"/>
                          <a:pt x="11321" y="20584"/>
                          <a:pt x="11732" y="20188"/>
                        </a:cubicBezTo>
                        <a:lnTo>
                          <a:pt x="12753" y="19152"/>
                        </a:lnTo>
                        <a:cubicBezTo>
                          <a:pt x="13149" y="18741"/>
                          <a:pt x="13378" y="18207"/>
                          <a:pt x="13378" y="17628"/>
                        </a:cubicBezTo>
                        <a:cubicBezTo>
                          <a:pt x="13378" y="17049"/>
                          <a:pt x="13149" y="16516"/>
                          <a:pt x="12753" y="16105"/>
                        </a:cubicBezTo>
                        <a:cubicBezTo>
                          <a:pt x="12037" y="15404"/>
                          <a:pt x="12037" y="14246"/>
                          <a:pt x="12753" y="13515"/>
                        </a:cubicBezTo>
                        <a:lnTo>
                          <a:pt x="14140" y="12128"/>
                        </a:lnTo>
                        <a:cubicBezTo>
                          <a:pt x="14490" y="11793"/>
                          <a:pt x="14947" y="11595"/>
                          <a:pt x="15435" y="11595"/>
                        </a:cubicBezTo>
                        <a:cubicBezTo>
                          <a:pt x="15937" y="11595"/>
                          <a:pt x="16395" y="11793"/>
                          <a:pt x="16730" y="12128"/>
                        </a:cubicBezTo>
                        <a:lnTo>
                          <a:pt x="19106" y="14505"/>
                        </a:lnTo>
                        <a:cubicBezTo>
                          <a:pt x="19525" y="14924"/>
                          <a:pt x="20074" y="15133"/>
                          <a:pt x="20622" y="15133"/>
                        </a:cubicBezTo>
                        <a:cubicBezTo>
                          <a:pt x="21171" y="15133"/>
                          <a:pt x="21719" y="14924"/>
                          <a:pt x="22138" y="14505"/>
                        </a:cubicBezTo>
                        <a:lnTo>
                          <a:pt x="23296" y="13347"/>
                        </a:lnTo>
                        <a:cubicBezTo>
                          <a:pt x="23708" y="12936"/>
                          <a:pt x="23936" y="12402"/>
                          <a:pt x="23936" y="11823"/>
                        </a:cubicBezTo>
                        <a:cubicBezTo>
                          <a:pt x="23936" y="11229"/>
                          <a:pt x="23708" y="10696"/>
                          <a:pt x="23296" y="10300"/>
                        </a:cubicBezTo>
                        <a:lnTo>
                          <a:pt x="12997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2"/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196" name="Google Shape;196;p5"/>
                <p:cNvGrpSpPr/>
                <p:nvPr/>
              </p:nvGrpSpPr>
              <p:grpSpPr>
                <a:xfrm>
                  <a:off x="363249" y="4906873"/>
                  <a:ext cx="699940" cy="478601"/>
                  <a:chOff x="39722" y="4349021"/>
                  <a:chExt cx="1061964" cy="726143"/>
                </a:xfrm>
              </p:grpSpPr>
              <p:grpSp>
                <p:nvGrpSpPr>
                  <p:cNvPr id="197" name="Google Shape;197;p5"/>
                  <p:cNvGrpSpPr/>
                  <p:nvPr/>
                </p:nvGrpSpPr>
                <p:grpSpPr>
                  <a:xfrm rot="2700000">
                    <a:off x="140502" y="4460924"/>
                    <a:ext cx="524584" cy="502337"/>
                    <a:chOff x="1189791" y="-1767331"/>
                    <a:chExt cx="904284" cy="865933"/>
                  </a:xfrm>
                </p:grpSpPr>
                <p:sp>
                  <p:nvSpPr>
                    <p:cNvPr id="198" name="Google Shape;198;p5"/>
                    <p:cNvSpPr/>
                    <p:nvPr/>
                  </p:nvSpPr>
                  <p:spPr>
                    <a:xfrm>
                      <a:off x="1189791" y="-1767331"/>
                      <a:ext cx="904284" cy="865933"/>
                    </a:xfrm>
                    <a:custGeom>
                      <a:rect b="b" l="l" r="r" t="t"/>
                      <a:pathLst>
                        <a:path extrusionOk="0" h="35337" w="36902">
                          <a:moveTo>
                            <a:pt x="18449" y="1"/>
                          </a:moveTo>
                          <a:cubicBezTo>
                            <a:pt x="16409" y="1"/>
                            <a:pt x="14368" y="778"/>
                            <a:pt x="12814" y="2332"/>
                          </a:cubicBezTo>
                          <a:lnTo>
                            <a:pt x="3108" y="12037"/>
                          </a:lnTo>
                          <a:cubicBezTo>
                            <a:pt x="0" y="15145"/>
                            <a:pt x="0" y="20189"/>
                            <a:pt x="3108" y="23297"/>
                          </a:cubicBezTo>
                          <a:lnTo>
                            <a:pt x="12814" y="33017"/>
                          </a:lnTo>
                          <a:cubicBezTo>
                            <a:pt x="14368" y="34564"/>
                            <a:pt x="16405" y="35337"/>
                            <a:pt x="18443" y="35337"/>
                          </a:cubicBezTo>
                          <a:cubicBezTo>
                            <a:pt x="20481" y="35337"/>
                            <a:pt x="22519" y="34564"/>
                            <a:pt x="24073" y="33017"/>
                          </a:cubicBezTo>
                          <a:lnTo>
                            <a:pt x="33794" y="23297"/>
                          </a:lnTo>
                          <a:cubicBezTo>
                            <a:pt x="36902" y="20189"/>
                            <a:pt x="36902" y="15145"/>
                            <a:pt x="33794" y="12037"/>
                          </a:cubicBezTo>
                          <a:lnTo>
                            <a:pt x="24073" y="2332"/>
                          </a:lnTo>
                          <a:cubicBezTo>
                            <a:pt x="22527" y="778"/>
                            <a:pt x="20489" y="1"/>
                            <a:pt x="18449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/>
                        </a:gs>
                        <a:gs pos="18000">
                          <a:schemeClr val="lt1"/>
                        </a:gs>
                        <a:gs pos="56000">
                          <a:srgbClr val="FFFFFF">
                            <a:alpha val="0"/>
                          </a:srgbClr>
                        </a:gs>
                        <a:gs pos="74000">
                          <a:schemeClr val="lt1"/>
                        </a:gs>
                        <a:gs pos="100000">
                          <a:srgbClr val="9900FF">
                            <a:alpha val="28627"/>
                          </a:srgbClr>
                        </a:gs>
                      </a:gsLst>
                      <a:path path="circle">
                        <a:fillToRect b="100%" l="0%" r="100%" t="0%"/>
                      </a:path>
                      <a:tileRect b="0%" l="-100%" r="0%" t="-100%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grpSp>
                  <p:nvGrpSpPr>
                    <p:cNvPr id="199" name="Google Shape;199;p5"/>
                    <p:cNvGrpSpPr/>
                    <p:nvPr/>
                  </p:nvGrpSpPr>
                  <p:grpSpPr>
                    <a:xfrm>
                      <a:off x="1232795" y="-1740829"/>
                      <a:ext cx="717621" cy="717392"/>
                      <a:chOff x="1483457" y="3953671"/>
                      <a:chExt cx="717621" cy="717392"/>
                    </a:xfrm>
                  </p:grpSpPr>
                  <p:sp>
                    <p:nvSpPr>
                      <p:cNvPr id="200" name="Google Shape;200;p5"/>
                      <p:cNvSpPr/>
                      <p:nvPr/>
                    </p:nvSpPr>
                    <p:spPr>
                      <a:xfrm>
                        <a:off x="1483457" y="4257265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01" name="Google Shape;201;p5"/>
                      <p:cNvSpPr/>
                      <p:nvPr/>
                    </p:nvSpPr>
                    <p:spPr>
                      <a:xfrm>
                        <a:off x="1559470" y="4181481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66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02" name="Google Shape;202;p5"/>
                      <p:cNvSpPr/>
                      <p:nvPr/>
                    </p:nvSpPr>
                    <p:spPr>
                      <a:xfrm>
                        <a:off x="1635483" y="4105239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66" y="1"/>
                            </a:moveTo>
                            <a:lnTo>
                              <a:pt x="1" y="381"/>
                            </a:lnTo>
                            <a:lnTo>
                              <a:pt x="26740" y="27120"/>
                            </a:lnTo>
                            <a:lnTo>
                              <a:pt x="27121" y="26755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03" name="Google Shape;203;p5"/>
                      <p:cNvSpPr/>
                      <p:nvPr/>
                    </p:nvSpPr>
                    <p:spPr>
                      <a:xfrm>
                        <a:off x="1711267" y="4029455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55" y="27121"/>
                            </a:lnTo>
                            <a:lnTo>
                              <a:pt x="27120" y="26755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04" name="Google Shape;204;p5"/>
                      <p:cNvSpPr/>
                      <p:nvPr/>
                    </p:nvSpPr>
                    <p:spPr>
                      <a:xfrm>
                        <a:off x="1787280" y="3953671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2" y="1"/>
                            </a:moveTo>
                            <a:lnTo>
                              <a:pt x="1" y="382"/>
                            </a:lnTo>
                            <a:lnTo>
                              <a:pt x="26740" y="27121"/>
                            </a:lnTo>
                            <a:lnTo>
                              <a:pt x="27121" y="26740"/>
                            </a:lnTo>
                            <a:lnTo>
                              <a:pt x="382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</p:grpSp>
              </p:grpSp>
              <p:sp>
                <p:nvSpPr>
                  <p:cNvPr id="205" name="Google Shape;205;p5"/>
                  <p:cNvSpPr/>
                  <p:nvPr/>
                </p:nvSpPr>
                <p:spPr>
                  <a:xfrm rot="-2700000">
                    <a:off x="542534" y="4469276"/>
                    <a:ext cx="492898" cy="391560"/>
                  </a:xfrm>
                  <a:custGeom>
                    <a:rect b="b" l="l" r="r" t="t"/>
                    <a:pathLst>
                      <a:path extrusionOk="0" h="35440" w="44612">
                        <a:moveTo>
                          <a:pt x="40817" y="1"/>
                        </a:moveTo>
                        <a:lnTo>
                          <a:pt x="37420" y="3383"/>
                        </a:lnTo>
                        <a:lnTo>
                          <a:pt x="41213" y="7177"/>
                        </a:lnTo>
                        <a:lnTo>
                          <a:pt x="44611" y="3779"/>
                        </a:lnTo>
                        <a:lnTo>
                          <a:pt x="40817" y="1"/>
                        </a:lnTo>
                        <a:close/>
                        <a:moveTo>
                          <a:pt x="22184" y="4099"/>
                        </a:moveTo>
                        <a:lnTo>
                          <a:pt x="18801" y="7482"/>
                        </a:lnTo>
                        <a:lnTo>
                          <a:pt x="22595" y="11275"/>
                        </a:lnTo>
                        <a:lnTo>
                          <a:pt x="25978" y="7878"/>
                        </a:lnTo>
                        <a:lnTo>
                          <a:pt x="22184" y="4099"/>
                        </a:lnTo>
                        <a:close/>
                        <a:moveTo>
                          <a:pt x="15983" y="10300"/>
                        </a:moveTo>
                        <a:lnTo>
                          <a:pt x="12585" y="13698"/>
                        </a:lnTo>
                        <a:lnTo>
                          <a:pt x="16379" y="17476"/>
                        </a:lnTo>
                        <a:lnTo>
                          <a:pt x="19776" y="14094"/>
                        </a:lnTo>
                        <a:lnTo>
                          <a:pt x="15983" y="10300"/>
                        </a:lnTo>
                        <a:close/>
                        <a:moveTo>
                          <a:pt x="9431" y="16852"/>
                        </a:moveTo>
                        <a:lnTo>
                          <a:pt x="6034" y="20249"/>
                        </a:lnTo>
                        <a:lnTo>
                          <a:pt x="15190" y="29406"/>
                        </a:lnTo>
                        <a:lnTo>
                          <a:pt x="18588" y="26008"/>
                        </a:lnTo>
                        <a:lnTo>
                          <a:pt x="9431" y="16852"/>
                        </a:lnTo>
                        <a:close/>
                        <a:moveTo>
                          <a:pt x="3383" y="22885"/>
                        </a:moveTo>
                        <a:lnTo>
                          <a:pt x="0" y="26283"/>
                        </a:lnTo>
                        <a:lnTo>
                          <a:pt x="9157" y="35440"/>
                        </a:lnTo>
                        <a:lnTo>
                          <a:pt x="12555" y="32057"/>
                        </a:lnTo>
                        <a:lnTo>
                          <a:pt x="3383" y="2288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b="50%" l="50%" r="50%" t="50%"/>
                    </a:path>
                    <a:tileRect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206" name="Google Shape;206;p5"/>
                <p:cNvGrpSpPr/>
                <p:nvPr/>
              </p:nvGrpSpPr>
              <p:grpSpPr>
                <a:xfrm rot="-5400000">
                  <a:off x="-461873" y="3769393"/>
                  <a:ext cx="1351491" cy="1047516"/>
                  <a:chOff x="-2460210" y="2758493"/>
                  <a:chExt cx="1351491" cy="1047516"/>
                </a:xfrm>
              </p:grpSpPr>
              <p:sp>
                <p:nvSpPr>
                  <p:cNvPr id="207" name="Google Shape;207;p5"/>
                  <p:cNvSpPr/>
                  <p:nvPr/>
                </p:nvSpPr>
                <p:spPr>
                  <a:xfrm rot="-2700000">
                    <a:off x="-2341816" y="3108554"/>
                    <a:ext cx="582127" cy="575995"/>
                  </a:xfrm>
                  <a:custGeom>
                    <a:rect b="b" l="l" r="r" t="t"/>
                    <a:pathLst>
                      <a:path extrusionOk="0" h="35790" w="36171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08" name="Google Shape;208;p5"/>
                  <p:cNvSpPr/>
                  <p:nvPr/>
                </p:nvSpPr>
                <p:spPr>
                  <a:xfrm rot="-2700000">
                    <a:off x="-2157466" y="3032354"/>
                    <a:ext cx="582127" cy="575995"/>
                  </a:xfrm>
                  <a:custGeom>
                    <a:rect b="b" l="l" r="r" t="t"/>
                    <a:pathLst>
                      <a:path extrusionOk="0" h="35790" w="36171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09" name="Google Shape;209;p5"/>
                  <p:cNvSpPr/>
                  <p:nvPr/>
                </p:nvSpPr>
                <p:spPr>
                  <a:xfrm rot="-2700000">
                    <a:off x="-1993591" y="2956154"/>
                    <a:ext cx="582127" cy="575995"/>
                  </a:xfrm>
                  <a:custGeom>
                    <a:rect b="b" l="l" r="r" t="t"/>
                    <a:pathLst>
                      <a:path extrusionOk="0" h="35790" w="36171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10" name="Google Shape;210;p5"/>
                  <p:cNvSpPr/>
                  <p:nvPr/>
                </p:nvSpPr>
                <p:spPr>
                  <a:xfrm rot="-2700000">
                    <a:off x="-1809241" y="2879954"/>
                    <a:ext cx="582127" cy="575995"/>
                  </a:xfrm>
                  <a:custGeom>
                    <a:rect b="b" l="l" r="r" t="t"/>
                    <a:pathLst>
                      <a:path extrusionOk="0" h="35790" w="36171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211" name="Google Shape;211;p5"/>
                <p:cNvGrpSpPr/>
                <p:nvPr/>
              </p:nvGrpSpPr>
              <p:grpSpPr>
                <a:xfrm>
                  <a:off x="438999" y="4567398"/>
                  <a:ext cx="699940" cy="478601"/>
                  <a:chOff x="39722" y="4349021"/>
                  <a:chExt cx="1061964" cy="726143"/>
                </a:xfrm>
              </p:grpSpPr>
              <p:grpSp>
                <p:nvGrpSpPr>
                  <p:cNvPr id="212" name="Google Shape;212;p5"/>
                  <p:cNvGrpSpPr/>
                  <p:nvPr/>
                </p:nvGrpSpPr>
                <p:grpSpPr>
                  <a:xfrm rot="2700000">
                    <a:off x="140502" y="4460924"/>
                    <a:ext cx="524584" cy="502337"/>
                    <a:chOff x="1189791" y="-1767331"/>
                    <a:chExt cx="904284" cy="865933"/>
                  </a:xfrm>
                </p:grpSpPr>
                <p:sp>
                  <p:nvSpPr>
                    <p:cNvPr id="213" name="Google Shape;213;p5"/>
                    <p:cNvSpPr/>
                    <p:nvPr/>
                  </p:nvSpPr>
                  <p:spPr>
                    <a:xfrm>
                      <a:off x="1189791" y="-1767331"/>
                      <a:ext cx="904284" cy="865933"/>
                    </a:xfrm>
                    <a:custGeom>
                      <a:rect b="b" l="l" r="r" t="t"/>
                      <a:pathLst>
                        <a:path extrusionOk="0" h="35337" w="36902">
                          <a:moveTo>
                            <a:pt x="18449" y="1"/>
                          </a:moveTo>
                          <a:cubicBezTo>
                            <a:pt x="16409" y="1"/>
                            <a:pt x="14368" y="778"/>
                            <a:pt x="12814" y="2332"/>
                          </a:cubicBezTo>
                          <a:lnTo>
                            <a:pt x="3108" y="12037"/>
                          </a:lnTo>
                          <a:cubicBezTo>
                            <a:pt x="0" y="15145"/>
                            <a:pt x="0" y="20189"/>
                            <a:pt x="3108" y="23297"/>
                          </a:cubicBezTo>
                          <a:lnTo>
                            <a:pt x="12814" y="33017"/>
                          </a:lnTo>
                          <a:cubicBezTo>
                            <a:pt x="14368" y="34564"/>
                            <a:pt x="16405" y="35337"/>
                            <a:pt x="18443" y="35337"/>
                          </a:cubicBezTo>
                          <a:cubicBezTo>
                            <a:pt x="20481" y="35337"/>
                            <a:pt x="22519" y="34564"/>
                            <a:pt x="24073" y="33017"/>
                          </a:cubicBezTo>
                          <a:lnTo>
                            <a:pt x="33794" y="23297"/>
                          </a:lnTo>
                          <a:cubicBezTo>
                            <a:pt x="36902" y="20189"/>
                            <a:pt x="36902" y="15145"/>
                            <a:pt x="33794" y="12037"/>
                          </a:cubicBezTo>
                          <a:lnTo>
                            <a:pt x="24073" y="2332"/>
                          </a:lnTo>
                          <a:cubicBezTo>
                            <a:pt x="22527" y="778"/>
                            <a:pt x="20489" y="1"/>
                            <a:pt x="18449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/>
                        </a:gs>
                        <a:gs pos="18000">
                          <a:schemeClr val="lt1"/>
                        </a:gs>
                        <a:gs pos="56000">
                          <a:srgbClr val="FFFFFF">
                            <a:alpha val="0"/>
                          </a:srgbClr>
                        </a:gs>
                        <a:gs pos="74000">
                          <a:schemeClr val="lt1"/>
                        </a:gs>
                        <a:gs pos="100000">
                          <a:srgbClr val="9900FF">
                            <a:alpha val="28627"/>
                          </a:srgbClr>
                        </a:gs>
                      </a:gsLst>
                      <a:path path="circle">
                        <a:fillToRect b="100%" l="0%" r="100%" t="0%"/>
                      </a:path>
                      <a:tileRect b="0%" l="-100%" r="0%" t="-100%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grpSp>
                  <p:nvGrpSpPr>
                    <p:cNvPr id="214" name="Google Shape;214;p5"/>
                    <p:cNvGrpSpPr/>
                    <p:nvPr/>
                  </p:nvGrpSpPr>
                  <p:grpSpPr>
                    <a:xfrm>
                      <a:off x="1232795" y="-1740829"/>
                      <a:ext cx="717621" cy="717392"/>
                      <a:chOff x="1483457" y="3953671"/>
                      <a:chExt cx="717621" cy="717392"/>
                    </a:xfrm>
                  </p:grpSpPr>
                  <p:sp>
                    <p:nvSpPr>
                      <p:cNvPr id="215" name="Google Shape;215;p5"/>
                      <p:cNvSpPr/>
                      <p:nvPr/>
                    </p:nvSpPr>
                    <p:spPr>
                      <a:xfrm>
                        <a:off x="1483457" y="4257265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16" name="Google Shape;216;p5"/>
                      <p:cNvSpPr/>
                      <p:nvPr/>
                    </p:nvSpPr>
                    <p:spPr>
                      <a:xfrm>
                        <a:off x="1559470" y="4181481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66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17" name="Google Shape;217;p5"/>
                      <p:cNvSpPr/>
                      <p:nvPr/>
                    </p:nvSpPr>
                    <p:spPr>
                      <a:xfrm>
                        <a:off x="1635483" y="4105239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66" y="1"/>
                            </a:moveTo>
                            <a:lnTo>
                              <a:pt x="1" y="381"/>
                            </a:lnTo>
                            <a:lnTo>
                              <a:pt x="26740" y="27120"/>
                            </a:lnTo>
                            <a:lnTo>
                              <a:pt x="27121" y="26755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18" name="Google Shape;218;p5"/>
                      <p:cNvSpPr/>
                      <p:nvPr/>
                    </p:nvSpPr>
                    <p:spPr>
                      <a:xfrm>
                        <a:off x="1711267" y="4029455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55" y="27121"/>
                            </a:lnTo>
                            <a:lnTo>
                              <a:pt x="27120" y="26755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19" name="Google Shape;219;p5"/>
                      <p:cNvSpPr/>
                      <p:nvPr/>
                    </p:nvSpPr>
                    <p:spPr>
                      <a:xfrm>
                        <a:off x="1787280" y="3953671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2" y="1"/>
                            </a:moveTo>
                            <a:lnTo>
                              <a:pt x="1" y="382"/>
                            </a:lnTo>
                            <a:lnTo>
                              <a:pt x="26740" y="27121"/>
                            </a:lnTo>
                            <a:lnTo>
                              <a:pt x="27121" y="26740"/>
                            </a:lnTo>
                            <a:lnTo>
                              <a:pt x="382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</p:grpSp>
              </p:grpSp>
              <p:sp>
                <p:nvSpPr>
                  <p:cNvPr id="220" name="Google Shape;220;p5"/>
                  <p:cNvSpPr/>
                  <p:nvPr/>
                </p:nvSpPr>
                <p:spPr>
                  <a:xfrm rot="-2700000">
                    <a:off x="542534" y="4469276"/>
                    <a:ext cx="492898" cy="391560"/>
                  </a:xfrm>
                  <a:custGeom>
                    <a:rect b="b" l="l" r="r" t="t"/>
                    <a:pathLst>
                      <a:path extrusionOk="0" h="35440" w="44612">
                        <a:moveTo>
                          <a:pt x="40817" y="1"/>
                        </a:moveTo>
                        <a:lnTo>
                          <a:pt x="37420" y="3383"/>
                        </a:lnTo>
                        <a:lnTo>
                          <a:pt x="41213" y="7177"/>
                        </a:lnTo>
                        <a:lnTo>
                          <a:pt x="44611" y="3779"/>
                        </a:lnTo>
                        <a:lnTo>
                          <a:pt x="40817" y="1"/>
                        </a:lnTo>
                        <a:close/>
                        <a:moveTo>
                          <a:pt x="22184" y="4099"/>
                        </a:moveTo>
                        <a:lnTo>
                          <a:pt x="18801" y="7482"/>
                        </a:lnTo>
                        <a:lnTo>
                          <a:pt x="22595" y="11275"/>
                        </a:lnTo>
                        <a:lnTo>
                          <a:pt x="25978" y="7878"/>
                        </a:lnTo>
                        <a:lnTo>
                          <a:pt x="22184" y="4099"/>
                        </a:lnTo>
                        <a:close/>
                        <a:moveTo>
                          <a:pt x="15983" y="10300"/>
                        </a:moveTo>
                        <a:lnTo>
                          <a:pt x="12585" y="13698"/>
                        </a:lnTo>
                        <a:lnTo>
                          <a:pt x="16379" y="17476"/>
                        </a:lnTo>
                        <a:lnTo>
                          <a:pt x="19776" y="14094"/>
                        </a:lnTo>
                        <a:lnTo>
                          <a:pt x="15983" y="10300"/>
                        </a:lnTo>
                        <a:close/>
                        <a:moveTo>
                          <a:pt x="9431" y="16852"/>
                        </a:moveTo>
                        <a:lnTo>
                          <a:pt x="6034" y="20249"/>
                        </a:lnTo>
                        <a:lnTo>
                          <a:pt x="15190" y="29406"/>
                        </a:lnTo>
                        <a:lnTo>
                          <a:pt x="18588" y="26008"/>
                        </a:lnTo>
                        <a:lnTo>
                          <a:pt x="9431" y="16852"/>
                        </a:lnTo>
                        <a:close/>
                        <a:moveTo>
                          <a:pt x="3383" y="22885"/>
                        </a:moveTo>
                        <a:lnTo>
                          <a:pt x="0" y="26283"/>
                        </a:lnTo>
                        <a:lnTo>
                          <a:pt x="9157" y="35440"/>
                        </a:lnTo>
                        <a:lnTo>
                          <a:pt x="12555" y="32057"/>
                        </a:lnTo>
                        <a:lnTo>
                          <a:pt x="3383" y="2288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b="50%" l="50%" r="50%" t="50%"/>
                    </a:path>
                    <a:tileRect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221" name="Google Shape;221;p5"/>
                <p:cNvGrpSpPr/>
                <p:nvPr/>
              </p:nvGrpSpPr>
              <p:grpSpPr>
                <a:xfrm>
                  <a:off x="-65076" y="4623886"/>
                  <a:ext cx="699940" cy="478601"/>
                  <a:chOff x="39722" y="4349021"/>
                  <a:chExt cx="1061964" cy="726143"/>
                </a:xfrm>
              </p:grpSpPr>
              <p:grpSp>
                <p:nvGrpSpPr>
                  <p:cNvPr id="222" name="Google Shape;222;p5"/>
                  <p:cNvGrpSpPr/>
                  <p:nvPr/>
                </p:nvGrpSpPr>
                <p:grpSpPr>
                  <a:xfrm rot="2700000">
                    <a:off x="140502" y="4460924"/>
                    <a:ext cx="524584" cy="502337"/>
                    <a:chOff x="1189791" y="-1767331"/>
                    <a:chExt cx="904284" cy="865933"/>
                  </a:xfrm>
                </p:grpSpPr>
                <p:sp>
                  <p:nvSpPr>
                    <p:cNvPr id="223" name="Google Shape;223;p5"/>
                    <p:cNvSpPr/>
                    <p:nvPr/>
                  </p:nvSpPr>
                  <p:spPr>
                    <a:xfrm>
                      <a:off x="1189791" y="-1767331"/>
                      <a:ext cx="904284" cy="865933"/>
                    </a:xfrm>
                    <a:custGeom>
                      <a:rect b="b" l="l" r="r" t="t"/>
                      <a:pathLst>
                        <a:path extrusionOk="0" h="35337" w="36902">
                          <a:moveTo>
                            <a:pt x="18449" y="1"/>
                          </a:moveTo>
                          <a:cubicBezTo>
                            <a:pt x="16409" y="1"/>
                            <a:pt x="14368" y="778"/>
                            <a:pt x="12814" y="2332"/>
                          </a:cubicBezTo>
                          <a:lnTo>
                            <a:pt x="3108" y="12037"/>
                          </a:lnTo>
                          <a:cubicBezTo>
                            <a:pt x="0" y="15145"/>
                            <a:pt x="0" y="20189"/>
                            <a:pt x="3108" y="23297"/>
                          </a:cubicBezTo>
                          <a:lnTo>
                            <a:pt x="12814" y="33017"/>
                          </a:lnTo>
                          <a:cubicBezTo>
                            <a:pt x="14368" y="34564"/>
                            <a:pt x="16405" y="35337"/>
                            <a:pt x="18443" y="35337"/>
                          </a:cubicBezTo>
                          <a:cubicBezTo>
                            <a:pt x="20481" y="35337"/>
                            <a:pt x="22519" y="34564"/>
                            <a:pt x="24073" y="33017"/>
                          </a:cubicBezTo>
                          <a:lnTo>
                            <a:pt x="33794" y="23297"/>
                          </a:lnTo>
                          <a:cubicBezTo>
                            <a:pt x="36902" y="20189"/>
                            <a:pt x="36902" y="15145"/>
                            <a:pt x="33794" y="12037"/>
                          </a:cubicBezTo>
                          <a:lnTo>
                            <a:pt x="24073" y="2332"/>
                          </a:lnTo>
                          <a:cubicBezTo>
                            <a:pt x="22527" y="778"/>
                            <a:pt x="20489" y="1"/>
                            <a:pt x="18449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/>
                        </a:gs>
                        <a:gs pos="18000">
                          <a:schemeClr val="lt1"/>
                        </a:gs>
                        <a:gs pos="56000">
                          <a:srgbClr val="FFFFFF">
                            <a:alpha val="0"/>
                          </a:srgbClr>
                        </a:gs>
                        <a:gs pos="74000">
                          <a:schemeClr val="lt1"/>
                        </a:gs>
                        <a:gs pos="100000">
                          <a:srgbClr val="9900FF">
                            <a:alpha val="28627"/>
                          </a:srgbClr>
                        </a:gs>
                      </a:gsLst>
                      <a:path path="circle">
                        <a:fillToRect b="100%" l="0%" r="100%" t="0%"/>
                      </a:path>
                      <a:tileRect b="0%" l="-100%" r="0%" t="-100%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grpSp>
                  <p:nvGrpSpPr>
                    <p:cNvPr id="224" name="Google Shape;224;p5"/>
                    <p:cNvGrpSpPr/>
                    <p:nvPr/>
                  </p:nvGrpSpPr>
                  <p:grpSpPr>
                    <a:xfrm>
                      <a:off x="1232795" y="-1740829"/>
                      <a:ext cx="717621" cy="717392"/>
                      <a:chOff x="1483457" y="3953671"/>
                      <a:chExt cx="717621" cy="717392"/>
                    </a:xfrm>
                  </p:grpSpPr>
                  <p:sp>
                    <p:nvSpPr>
                      <p:cNvPr id="225" name="Google Shape;225;p5"/>
                      <p:cNvSpPr/>
                      <p:nvPr/>
                    </p:nvSpPr>
                    <p:spPr>
                      <a:xfrm>
                        <a:off x="1483457" y="4257265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26" name="Google Shape;226;p5"/>
                      <p:cNvSpPr/>
                      <p:nvPr/>
                    </p:nvSpPr>
                    <p:spPr>
                      <a:xfrm>
                        <a:off x="1559470" y="4181481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66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27" name="Google Shape;227;p5"/>
                      <p:cNvSpPr/>
                      <p:nvPr/>
                    </p:nvSpPr>
                    <p:spPr>
                      <a:xfrm>
                        <a:off x="1635483" y="4105239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66" y="1"/>
                            </a:moveTo>
                            <a:lnTo>
                              <a:pt x="1" y="381"/>
                            </a:lnTo>
                            <a:lnTo>
                              <a:pt x="26740" y="27120"/>
                            </a:lnTo>
                            <a:lnTo>
                              <a:pt x="27121" y="26755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28" name="Google Shape;228;p5"/>
                      <p:cNvSpPr/>
                      <p:nvPr/>
                    </p:nvSpPr>
                    <p:spPr>
                      <a:xfrm>
                        <a:off x="1711267" y="4029455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55" y="27121"/>
                            </a:lnTo>
                            <a:lnTo>
                              <a:pt x="27120" y="26755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29" name="Google Shape;229;p5"/>
                      <p:cNvSpPr/>
                      <p:nvPr/>
                    </p:nvSpPr>
                    <p:spPr>
                      <a:xfrm>
                        <a:off x="1787280" y="3953671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2" y="1"/>
                            </a:moveTo>
                            <a:lnTo>
                              <a:pt x="1" y="382"/>
                            </a:lnTo>
                            <a:lnTo>
                              <a:pt x="26740" y="27121"/>
                            </a:lnTo>
                            <a:lnTo>
                              <a:pt x="27121" y="26740"/>
                            </a:lnTo>
                            <a:lnTo>
                              <a:pt x="382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</p:grpSp>
              </p:grpSp>
              <p:sp>
                <p:nvSpPr>
                  <p:cNvPr id="230" name="Google Shape;230;p5"/>
                  <p:cNvSpPr/>
                  <p:nvPr/>
                </p:nvSpPr>
                <p:spPr>
                  <a:xfrm rot="-2700000">
                    <a:off x="542534" y="4469276"/>
                    <a:ext cx="492898" cy="391560"/>
                  </a:xfrm>
                  <a:custGeom>
                    <a:rect b="b" l="l" r="r" t="t"/>
                    <a:pathLst>
                      <a:path extrusionOk="0" h="35440" w="44612">
                        <a:moveTo>
                          <a:pt x="40817" y="1"/>
                        </a:moveTo>
                        <a:lnTo>
                          <a:pt x="37420" y="3383"/>
                        </a:lnTo>
                        <a:lnTo>
                          <a:pt x="41213" y="7177"/>
                        </a:lnTo>
                        <a:lnTo>
                          <a:pt x="44611" y="3779"/>
                        </a:lnTo>
                        <a:lnTo>
                          <a:pt x="40817" y="1"/>
                        </a:lnTo>
                        <a:close/>
                        <a:moveTo>
                          <a:pt x="22184" y="4099"/>
                        </a:moveTo>
                        <a:lnTo>
                          <a:pt x="18801" y="7482"/>
                        </a:lnTo>
                        <a:lnTo>
                          <a:pt x="22595" y="11275"/>
                        </a:lnTo>
                        <a:lnTo>
                          <a:pt x="25978" y="7878"/>
                        </a:lnTo>
                        <a:lnTo>
                          <a:pt x="22184" y="4099"/>
                        </a:lnTo>
                        <a:close/>
                        <a:moveTo>
                          <a:pt x="15983" y="10300"/>
                        </a:moveTo>
                        <a:lnTo>
                          <a:pt x="12585" y="13698"/>
                        </a:lnTo>
                        <a:lnTo>
                          <a:pt x="16379" y="17476"/>
                        </a:lnTo>
                        <a:lnTo>
                          <a:pt x="19776" y="14094"/>
                        </a:lnTo>
                        <a:lnTo>
                          <a:pt x="15983" y="10300"/>
                        </a:lnTo>
                        <a:close/>
                        <a:moveTo>
                          <a:pt x="9431" y="16852"/>
                        </a:moveTo>
                        <a:lnTo>
                          <a:pt x="6034" y="20249"/>
                        </a:lnTo>
                        <a:lnTo>
                          <a:pt x="15190" y="29406"/>
                        </a:lnTo>
                        <a:lnTo>
                          <a:pt x="18588" y="26008"/>
                        </a:lnTo>
                        <a:lnTo>
                          <a:pt x="9431" y="16852"/>
                        </a:lnTo>
                        <a:close/>
                        <a:moveTo>
                          <a:pt x="3383" y="22885"/>
                        </a:moveTo>
                        <a:lnTo>
                          <a:pt x="0" y="26283"/>
                        </a:lnTo>
                        <a:lnTo>
                          <a:pt x="9157" y="35440"/>
                        </a:lnTo>
                        <a:lnTo>
                          <a:pt x="12555" y="32057"/>
                        </a:lnTo>
                        <a:lnTo>
                          <a:pt x="3383" y="2288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b="50%" l="50%" r="50%" t="50%"/>
                    </a:path>
                    <a:tileRect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</p:grpSp>
        <p:grpSp>
          <p:nvGrpSpPr>
            <p:cNvPr id="231" name="Google Shape;231;p5"/>
            <p:cNvGrpSpPr/>
            <p:nvPr/>
          </p:nvGrpSpPr>
          <p:grpSpPr>
            <a:xfrm rot="5400000">
              <a:off x="1147388" y="4839000"/>
              <a:ext cx="439200" cy="439100"/>
              <a:chOff x="1101075" y="2142375"/>
              <a:chExt cx="439200" cy="439100"/>
            </a:xfrm>
          </p:grpSpPr>
          <p:sp>
            <p:nvSpPr>
              <p:cNvPr id="232" name="Google Shape;232;p5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5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34" name="Google Shape;234;p5"/>
          <p:cNvGrpSpPr/>
          <p:nvPr/>
        </p:nvGrpSpPr>
        <p:grpSpPr>
          <a:xfrm>
            <a:off x="-2352525" y="-402069"/>
            <a:ext cx="5307515" cy="2438355"/>
            <a:chOff x="-2276325" y="-249669"/>
            <a:chExt cx="5307515" cy="2438355"/>
          </a:xfrm>
        </p:grpSpPr>
        <p:grpSp>
          <p:nvGrpSpPr>
            <p:cNvPr id="235" name="Google Shape;235;p5"/>
            <p:cNvGrpSpPr/>
            <p:nvPr/>
          </p:nvGrpSpPr>
          <p:grpSpPr>
            <a:xfrm rot="10800000">
              <a:off x="-1297788" y="-249669"/>
              <a:ext cx="2601921" cy="2438355"/>
              <a:chOff x="7340128" y="2866613"/>
              <a:chExt cx="2439225" cy="2438355"/>
            </a:xfrm>
          </p:grpSpPr>
          <p:sp>
            <p:nvSpPr>
              <p:cNvPr id="236" name="Google Shape;236;p5"/>
              <p:cNvSpPr/>
              <p:nvPr/>
            </p:nvSpPr>
            <p:spPr>
              <a:xfrm flipH="1" rot="2700000">
                <a:off x="8012290" y="2875755"/>
                <a:ext cx="981794" cy="230783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5"/>
              <p:cNvSpPr/>
              <p:nvPr/>
            </p:nvSpPr>
            <p:spPr>
              <a:xfrm flipH="1" rot="2700000">
                <a:off x="8125398" y="2987994"/>
                <a:ext cx="981794" cy="230783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38" name="Google Shape;238;p5"/>
            <p:cNvSpPr/>
            <p:nvPr/>
          </p:nvSpPr>
          <p:spPr>
            <a:xfrm rot="-5400000">
              <a:off x="1755111" y="-896010"/>
              <a:ext cx="577450" cy="1974708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39" name="Google Shape;239;p5"/>
            <p:cNvGrpSpPr/>
            <p:nvPr/>
          </p:nvGrpSpPr>
          <p:grpSpPr>
            <a:xfrm>
              <a:off x="-2276325" y="245976"/>
              <a:ext cx="4558967" cy="134100"/>
              <a:chOff x="796100" y="3019701"/>
              <a:chExt cx="4558967" cy="134100"/>
            </a:xfrm>
          </p:grpSpPr>
          <p:sp>
            <p:nvSpPr>
              <p:cNvPr id="240" name="Google Shape;240;p5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41" name="Google Shape;241;p5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42" name="Google Shape;242;p5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43" name="Google Shape;243;p5"/>
          <p:cNvGrpSpPr/>
          <p:nvPr/>
        </p:nvGrpSpPr>
        <p:grpSpPr>
          <a:xfrm>
            <a:off x="6795100" y="3095213"/>
            <a:ext cx="4558967" cy="2438355"/>
            <a:chOff x="6490300" y="2866613"/>
            <a:chExt cx="4558967" cy="2438355"/>
          </a:xfrm>
        </p:grpSpPr>
        <p:grpSp>
          <p:nvGrpSpPr>
            <p:cNvPr id="244" name="Google Shape;244;p5"/>
            <p:cNvGrpSpPr/>
            <p:nvPr/>
          </p:nvGrpSpPr>
          <p:grpSpPr>
            <a:xfrm>
              <a:off x="7340128" y="2866613"/>
              <a:ext cx="2439225" cy="2438355"/>
              <a:chOff x="7340128" y="2866613"/>
              <a:chExt cx="2439225" cy="2438355"/>
            </a:xfrm>
          </p:grpSpPr>
          <p:sp>
            <p:nvSpPr>
              <p:cNvPr id="245" name="Google Shape;245;p5"/>
              <p:cNvSpPr/>
              <p:nvPr/>
            </p:nvSpPr>
            <p:spPr>
              <a:xfrm flipH="1" rot="2700000">
                <a:off x="8012290" y="2875755"/>
                <a:ext cx="981794" cy="230783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5"/>
              <p:cNvSpPr/>
              <p:nvPr/>
            </p:nvSpPr>
            <p:spPr>
              <a:xfrm flipH="1" rot="2700000">
                <a:off x="8125398" y="2987994"/>
                <a:ext cx="981794" cy="230783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7" name="Google Shape;247;p5"/>
            <p:cNvGrpSpPr/>
            <p:nvPr/>
          </p:nvGrpSpPr>
          <p:grpSpPr>
            <a:xfrm rot="10800000">
              <a:off x="6490300" y="4774026"/>
              <a:ext cx="4558967" cy="134100"/>
              <a:chOff x="796100" y="3019701"/>
              <a:chExt cx="4558967" cy="134100"/>
            </a:xfrm>
          </p:grpSpPr>
          <p:sp>
            <p:nvSpPr>
              <p:cNvPr id="248" name="Google Shape;248;p5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49" name="Google Shape;249;p5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50" name="Google Shape;250;p5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2" name="Google Shape;252;p6"/>
          <p:cNvGrpSpPr/>
          <p:nvPr/>
        </p:nvGrpSpPr>
        <p:grpSpPr>
          <a:xfrm rot="-8100000">
            <a:off x="-1629951" y="-1138306"/>
            <a:ext cx="3785189" cy="3043121"/>
            <a:chOff x="7103825" y="-713112"/>
            <a:chExt cx="3785226" cy="3043150"/>
          </a:xfrm>
        </p:grpSpPr>
        <p:sp>
          <p:nvSpPr>
            <p:cNvPr id="253" name="Google Shape;253;p6"/>
            <p:cNvSpPr/>
            <p:nvPr/>
          </p:nvSpPr>
          <p:spPr>
            <a:xfrm rot="-3600017">
              <a:off x="7761095" y="-21"/>
              <a:ext cx="2152450" cy="1864030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54" name="Google Shape;254;p6"/>
            <p:cNvPicPr preferRelativeResize="0"/>
            <p:nvPr/>
          </p:nvPicPr>
          <p:blipFill rotWithShape="1">
            <a:blip r:embed="rId2">
              <a:alphaModFix/>
            </a:blip>
            <a:srcRect b="17663" l="0" r="0" t="17657"/>
            <a:stretch/>
          </p:blipFill>
          <p:spPr>
            <a:xfrm>
              <a:off x="7103825" y="-713112"/>
              <a:ext cx="3785226" cy="288897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5" name="Google Shape;255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256" name="Google Shape;256;p6"/>
          <p:cNvGrpSpPr/>
          <p:nvPr/>
        </p:nvGrpSpPr>
        <p:grpSpPr>
          <a:xfrm>
            <a:off x="8106279" y="-844413"/>
            <a:ext cx="1791132" cy="2767833"/>
            <a:chOff x="8030079" y="-844413"/>
            <a:chExt cx="1791132" cy="2767833"/>
          </a:xfrm>
        </p:grpSpPr>
        <p:grpSp>
          <p:nvGrpSpPr>
            <p:cNvPr id="257" name="Google Shape;257;p6"/>
            <p:cNvGrpSpPr/>
            <p:nvPr/>
          </p:nvGrpSpPr>
          <p:grpSpPr>
            <a:xfrm rot="10800000">
              <a:off x="8566799" y="-844413"/>
              <a:ext cx="1213764" cy="2455355"/>
              <a:chOff x="-293545" y="3454371"/>
              <a:chExt cx="981772" cy="1986051"/>
            </a:xfrm>
          </p:grpSpPr>
          <p:sp>
            <p:nvSpPr>
              <p:cNvPr id="258" name="Google Shape;258;p6"/>
              <p:cNvSpPr/>
              <p:nvPr/>
            </p:nvSpPr>
            <p:spPr>
              <a:xfrm rot="10800000">
                <a:off x="-293545" y="345437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" name="Google Shape;259;p6"/>
              <p:cNvSpPr/>
              <p:nvPr/>
            </p:nvSpPr>
            <p:spPr>
              <a:xfrm rot="10800000">
                <a:off x="-156450" y="345490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0" name="Google Shape;260;p6"/>
            <p:cNvGrpSpPr/>
            <p:nvPr/>
          </p:nvGrpSpPr>
          <p:grpSpPr>
            <a:xfrm rot="10800000">
              <a:off x="8123728" y="-262212"/>
              <a:ext cx="865288" cy="591661"/>
              <a:chOff x="39722" y="4349021"/>
              <a:chExt cx="1061964" cy="726143"/>
            </a:xfrm>
          </p:grpSpPr>
          <p:grpSp>
            <p:nvGrpSpPr>
              <p:cNvPr id="261" name="Google Shape;261;p6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262" name="Google Shape;262;p6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263" name="Google Shape;263;p6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264" name="Google Shape;264;p6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65" name="Google Shape;265;p6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66" name="Google Shape;266;p6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67" name="Google Shape;267;p6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68" name="Google Shape;268;p6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269" name="Google Shape;269;p6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0" name="Google Shape;270;p6"/>
            <p:cNvGrpSpPr/>
            <p:nvPr/>
          </p:nvGrpSpPr>
          <p:grpSpPr>
            <a:xfrm rot="5400000">
              <a:off x="8338264" y="440474"/>
              <a:ext cx="1670849" cy="1295044"/>
              <a:chOff x="-2460210" y="2758493"/>
              <a:chExt cx="1351491" cy="1047516"/>
            </a:xfrm>
          </p:grpSpPr>
          <p:sp>
            <p:nvSpPr>
              <p:cNvPr id="271" name="Google Shape;271;p6"/>
              <p:cNvSpPr/>
              <p:nvPr/>
            </p:nvSpPr>
            <p:spPr>
              <a:xfrm rot="-2700000">
                <a:off x="-2341816" y="31085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46820"/>
                    </a:schemeClr>
                  </a:gs>
                  <a:gs pos="22000">
                    <a:schemeClr val="lt1">
                      <a:alpha val="46820"/>
                    </a:schemeClr>
                  </a:gs>
                  <a:gs pos="45000">
                    <a:srgbClr val="FFFFFF">
                      <a:alpha val="0"/>
                      <a:alpha val="46820"/>
                    </a:srgbClr>
                  </a:gs>
                  <a:gs pos="100000">
                    <a:srgbClr val="0C0A9E">
                      <a:alpha val="50196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" name="Google Shape;272;p6"/>
              <p:cNvSpPr/>
              <p:nvPr/>
            </p:nvSpPr>
            <p:spPr>
              <a:xfrm rot="-2700000">
                <a:off x="-2157466" y="30323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46820"/>
                    </a:schemeClr>
                  </a:gs>
                  <a:gs pos="22000">
                    <a:schemeClr val="lt1">
                      <a:alpha val="46820"/>
                    </a:schemeClr>
                  </a:gs>
                  <a:gs pos="45000">
                    <a:srgbClr val="FFFFFF">
                      <a:alpha val="0"/>
                      <a:alpha val="46820"/>
                    </a:srgbClr>
                  </a:gs>
                  <a:gs pos="100000">
                    <a:srgbClr val="0C0A9E">
                      <a:alpha val="50196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" name="Google Shape;273;p6"/>
              <p:cNvSpPr/>
              <p:nvPr/>
            </p:nvSpPr>
            <p:spPr>
              <a:xfrm rot="-2700000">
                <a:off x="-1993591" y="29561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46820"/>
                    </a:schemeClr>
                  </a:gs>
                  <a:gs pos="22000">
                    <a:schemeClr val="lt1">
                      <a:alpha val="46820"/>
                    </a:schemeClr>
                  </a:gs>
                  <a:gs pos="45000">
                    <a:srgbClr val="FFFFFF">
                      <a:alpha val="0"/>
                      <a:alpha val="46820"/>
                    </a:srgbClr>
                  </a:gs>
                  <a:gs pos="100000">
                    <a:srgbClr val="0C0A9E">
                      <a:alpha val="50196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" name="Google Shape;274;p6"/>
              <p:cNvSpPr/>
              <p:nvPr/>
            </p:nvSpPr>
            <p:spPr>
              <a:xfrm rot="-2700000">
                <a:off x="-1809241" y="28799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46820"/>
                    </a:schemeClr>
                  </a:gs>
                  <a:gs pos="22000">
                    <a:schemeClr val="lt1">
                      <a:alpha val="46820"/>
                    </a:schemeClr>
                  </a:gs>
                  <a:gs pos="45000">
                    <a:srgbClr val="FFFFFF">
                      <a:alpha val="0"/>
                      <a:alpha val="46820"/>
                    </a:srgbClr>
                  </a:gs>
                  <a:gs pos="100000">
                    <a:srgbClr val="0C0A9E">
                      <a:alpha val="50196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5" name="Google Shape;275;p6"/>
            <p:cNvGrpSpPr/>
            <p:nvPr/>
          </p:nvGrpSpPr>
          <p:grpSpPr>
            <a:xfrm rot="10800000">
              <a:off x="8030079" y="157481"/>
              <a:ext cx="865288" cy="591661"/>
              <a:chOff x="39722" y="4349021"/>
              <a:chExt cx="1061964" cy="726143"/>
            </a:xfrm>
          </p:grpSpPr>
          <p:grpSp>
            <p:nvGrpSpPr>
              <p:cNvPr id="276" name="Google Shape;276;p6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277" name="Google Shape;277;p6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278" name="Google Shape;278;p6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279" name="Google Shape;279;p6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80" name="Google Shape;280;p6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81" name="Google Shape;281;p6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82" name="Google Shape;282;p6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83" name="Google Shape;283;p6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284" name="Google Shape;284;p6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5" name="Google Shape;285;p6"/>
            <p:cNvGrpSpPr/>
            <p:nvPr/>
          </p:nvGrpSpPr>
          <p:grpSpPr>
            <a:xfrm rot="10800000">
              <a:off x="8653266" y="87645"/>
              <a:ext cx="865288" cy="591661"/>
              <a:chOff x="39722" y="4349021"/>
              <a:chExt cx="1061964" cy="726143"/>
            </a:xfrm>
          </p:grpSpPr>
          <p:grpSp>
            <p:nvGrpSpPr>
              <p:cNvPr id="286" name="Google Shape;286;p6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287" name="Google Shape;287;p6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288" name="Google Shape;288;p6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289" name="Google Shape;289;p6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90" name="Google Shape;290;p6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91" name="Google Shape;291;p6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92" name="Google Shape;292;p6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93" name="Google Shape;293;p6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294" name="Google Shape;294;p6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5" name="Google Shape;295;p6"/>
          <p:cNvGrpSpPr/>
          <p:nvPr/>
        </p:nvGrpSpPr>
        <p:grpSpPr>
          <a:xfrm>
            <a:off x="-1499000" y="3182553"/>
            <a:ext cx="4558967" cy="3356863"/>
            <a:chOff x="-1422800" y="3106353"/>
            <a:chExt cx="4558967" cy="3356863"/>
          </a:xfrm>
        </p:grpSpPr>
        <p:grpSp>
          <p:nvGrpSpPr>
            <p:cNvPr id="296" name="Google Shape;296;p6"/>
            <p:cNvGrpSpPr/>
            <p:nvPr/>
          </p:nvGrpSpPr>
          <p:grpSpPr>
            <a:xfrm>
              <a:off x="-474664" y="3485331"/>
              <a:ext cx="1472068" cy="2977885"/>
              <a:chOff x="-293545" y="3454371"/>
              <a:chExt cx="981772" cy="1986051"/>
            </a:xfrm>
          </p:grpSpPr>
          <p:sp>
            <p:nvSpPr>
              <p:cNvPr id="297" name="Google Shape;297;p6"/>
              <p:cNvSpPr/>
              <p:nvPr/>
            </p:nvSpPr>
            <p:spPr>
              <a:xfrm rot="10800000">
                <a:off x="-293545" y="345437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" name="Google Shape;298;p6"/>
              <p:cNvSpPr/>
              <p:nvPr/>
            </p:nvSpPr>
            <p:spPr>
              <a:xfrm rot="10800000">
                <a:off x="-156450" y="345490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99" name="Google Shape;299;p6"/>
            <p:cNvGrpSpPr/>
            <p:nvPr/>
          </p:nvGrpSpPr>
          <p:grpSpPr>
            <a:xfrm>
              <a:off x="485337" y="5039978"/>
              <a:ext cx="1049539" cy="717647"/>
              <a:chOff x="39722" y="4349021"/>
              <a:chExt cx="1061964" cy="726143"/>
            </a:xfrm>
          </p:grpSpPr>
          <p:grpSp>
            <p:nvGrpSpPr>
              <p:cNvPr id="300" name="Google Shape;300;p6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01" name="Google Shape;301;p6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302" name="Google Shape;302;p6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303" name="Google Shape;303;p6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04" name="Google Shape;304;p6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05" name="Google Shape;305;p6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06" name="Google Shape;306;p6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07" name="Google Shape;307;p6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308" name="Google Shape;308;p6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09" name="Google Shape;309;p6"/>
            <p:cNvGrpSpPr/>
            <p:nvPr/>
          </p:nvGrpSpPr>
          <p:grpSpPr>
            <a:xfrm rot="5400000">
              <a:off x="-645364" y="3334243"/>
              <a:ext cx="2026426" cy="1570646"/>
              <a:chOff x="-2460210" y="2758493"/>
              <a:chExt cx="1351491" cy="1047516"/>
            </a:xfrm>
          </p:grpSpPr>
          <p:sp>
            <p:nvSpPr>
              <p:cNvPr id="310" name="Google Shape;310;p6"/>
              <p:cNvSpPr/>
              <p:nvPr/>
            </p:nvSpPr>
            <p:spPr>
              <a:xfrm rot="-2700000">
                <a:off x="-2341816" y="31085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" name="Google Shape;311;p6"/>
              <p:cNvSpPr/>
              <p:nvPr/>
            </p:nvSpPr>
            <p:spPr>
              <a:xfrm rot="-2700000">
                <a:off x="-2157466" y="30323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2" name="Google Shape;312;p6"/>
              <p:cNvSpPr/>
              <p:nvPr/>
            </p:nvSpPr>
            <p:spPr>
              <a:xfrm rot="-2700000">
                <a:off x="-1993591" y="29561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3" name="Google Shape;313;p6"/>
              <p:cNvSpPr/>
              <p:nvPr/>
            </p:nvSpPr>
            <p:spPr>
              <a:xfrm rot="-2700000">
                <a:off x="-1809241" y="28799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14" name="Google Shape;314;p6"/>
            <p:cNvGrpSpPr/>
            <p:nvPr/>
          </p:nvGrpSpPr>
          <p:grpSpPr>
            <a:xfrm>
              <a:off x="598917" y="4530969"/>
              <a:ext cx="1049539" cy="717647"/>
              <a:chOff x="39722" y="4349021"/>
              <a:chExt cx="1061964" cy="726143"/>
            </a:xfrm>
          </p:grpSpPr>
          <p:grpSp>
            <p:nvGrpSpPr>
              <p:cNvPr id="315" name="Google Shape;315;p6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16" name="Google Shape;316;p6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317" name="Google Shape;317;p6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318" name="Google Shape;318;p6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19" name="Google Shape;319;p6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20" name="Google Shape;320;p6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21" name="Google Shape;321;p6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22" name="Google Shape;322;p6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323" name="Google Shape;323;p6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24" name="Google Shape;324;p6"/>
            <p:cNvGrpSpPr/>
            <p:nvPr/>
          </p:nvGrpSpPr>
          <p:grpSpPr>
            <a:xfrm>
              <a:off x="-156893" y="4615667"/>
              <a:ext cx="1049539" cy="717647"/>
              <a:chOff x="39722" y="4349021"/>
              <a:chExt cx="1061964" cy="726143"/>
            </a:xfrm>
          </p:grpSpPr>
          <p:grpSp>
            <p:nvGrpSpPr>
              <p:cNvPr id="325" name="Google Shape;325;p6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26" name="Google Shape;326;p6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327" name="Google Shape;327;p6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328" name="Google Shape;328;p6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29" name="Google Shape;329;p6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30" name="Google Shape;330;p6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31" name="Google Shape;331;p6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32" name="Google Shape;332;p6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333" name="Google Shape;333;p6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34" name="Google Shape;334;p6"/>
            <p:cNvGrpSpPr/>
            <p:nvPr/>
          </p:nvGrpSpPr>
          <p:grpSpPr>
            <a:xfrm>
              <a:off x="-1422800" y="4822751"/>
              <a:ext cx="4558967" cy="134100"/>
              <a:chOff x="796100" y="3019701"/>
              <a:chExt cx="4558967" cy="134100"/>
            </a:xfrm>
          </p:grpSpPr>
          <p:sp>
            <p:nvSpPr>
              <p:cNvPr id="335" name="Google Shape;335;p6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336" name="Google Shape;336;p6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37" name="Google Shape;337;p6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7"/>
          <p:cNvSpPr txBox="1"/>
          <p:nvPr>
            <p:ph idx="1" type="subTitle"/>
          </p:nvPr>
        </p:nvSpPr>
        <p:spPr>
          <a:xfrm>
            <a:off x="713225" y="1160775"/>
            <a:ext cx="7710900" cy="345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AutoNum type="alphaLcPeriod"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AutoNum type="romanLcPeriod"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AutoNum type="arabicPeriod"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AutoNum type="alphaLcPeriod"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AutoNum type="romanLcPeriod"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AutoNum type="arabicPeriod"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AutoNum type="alphaLcPeriod"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AutoNum type="romanLcPeriod"/>
              <a:defRPr/>
            </a:lvl9pPr>
          </a:lstStyle>
          <a:p/>
        </p:txBody>
      </p:sp>
      <p:sp>
        <p:nvSpPr>
          <p:cNvPr id="340" name="Google Shape;340;p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341" name="Google Shape;341;p7"/>
          <p:cNvGrpSpPr/>
          <p:nvPr/>
        </p:nvGrpSpPr>
        <p:grpSpPr>
          <a:xfrm>
            <a:off x="8934675" y="3943438"/>
            <a:ext cx="439200" cy="439100"/>
            <a:chOff x="1101075" y="2142375"/>
            <a:chExt cx="439200" cy="439100"/>
          </a:xfrm>
        </p:grpSpPr>
        <p:sp>
          <p:nvSpPr>
            <p:cNvPr id="342" name="Google Shape;342;p7"/>
            <p:cNvSpPr/>
            <p:nvPr/>
          </p:nvSpPr>
          <p:spPr>
            <a:xfrm>
              <a:off x="1101075" y="2142375"/>
              <a:ext cx="439200" cy="439100"/>
            </a:xfrm>
            <a:custGeom>
              <a:rect b="b" l="l" r="r" t="t"/>
              <a:pathLst>
                <a:path extrusionOk="0" h="17564" w="17568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7"/>
            <p:cNvSpPr/>
            <p:nvPr/>
          </p:nvSpPr>
          <p:spPr>
            <a:xfrm>
              <a:off x="1189450" y="2242350"/>
              <a:ext cx="262850" cy="239700"/>
            </a:xfrm>
            <a:custGeom>
              <a:rect b="b" l="l" r="r" t="t"/>
              <a:pathLst>
                <a:path extrusionOk="0" h="9588" w="10514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4" name="Google Shape;344;p7"/>
          <p:cNvGrpSpPr/>
          <p:nvPr/>
        </p:nvGrpSpPr>
        <p:grpSpPr>
          <a:xfrm>
            <a:off x="5481594" y="-3117615"/>
            <a:ext cx="5954334" cy="6142759"/>
            <a:chOff x="5329194" y="-2965215"/>
            <a:chExt cx="5954334" cy="6142759"/>
          </a:xfrm>
        </p:grpSpPr>
        <p:sp>
          <p:nvSpPr>
            <p:cNvPr id="345" name="Google Shape;345;p7"/>
            <p:cNvSpPr/>
            <p:nvPr/>
          </p:nvSpPr>
          <p:spPr>
            <a:xfrm rot="-2700000">
              <a:off x="6677338" y="-2306933"/>
              <a:ext cx="3153371" cy="5119296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7"/>
            <p:cNvSpPr/>
            <p:nvPr/>
          </p:nvSpPr>
          <p:spPr>
            <a:xfrm rot="-2700000">
              <a:off x="6782013" y="-2600033"/>
              <a:ext cx="3153371" cy="5119296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47" name="Google Shape;347;p7"/>
            <p:cNvGrpSpPr/>
            <p:nvPr/>
          </p:nvGrpSpPr>
          <p:grpSpPr>
            <a:xfrm rot="10800000">
              <a:off x="5710125" y="185651"/>
              <a:ext cx="4558967" cy="134100"/>
              <a:chOff x="796100" y="3019701"/>
              <a:chExt cx="4558967" cy="134100"/>
            </a:xfrm>
          </p:grpSpPr>
          <p:sp>
            <p:nvSpPr>
              <p:cNvPr id="348" name="Google Shape;348;p7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349" name="Google Shape;349;p7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50" name="Google Shape;350;p7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51" name="Google Shape;351;p7"/>
          <p:cNvGrpSpPr/>
          <p:nvPr/>
        </p:nvGrpSpPr>
        <p:grpSpPr>
          <a:xfrm flipH="1">
            <a:off x="-503516" y="3986929"/>
            <a:ext cx="5249359" cy="2992224"/>
            <a:chOff x="-258616" y="3430829"/>
            <a:chExt cx="5249359" cy="2992224"/>
          </a:xfrm>
        </p:grpSpPr>
        <p:pic>
          <p:nvPicPr>
            <p:cNvPr id="352" name="Google Shape;352;p7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>
              <a:off x="1070243" y="3430829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3" name="Google Shape;353;p7"/>
            <p:cNvSpPr/>
            <p:nvPr/>
          </p:nvSpPr>
          <p:spPr>
            <a:xfrm>
              <a:off x="363250" y="4667754"/>
              <a:ext cx="582037" cy="55735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31360"/>
                  </a:schemeClr>
                </a:gs>
                <a:gs pos="22000">
                  <a:schemeClr val="lt1">
                    <a:alpha val="31360"/>
                  </a:schemeClr>
                </a:gs>
                <a:gs pos="45000">
                  <a:srgbClr val="FFFFFF">
                    <a:alpha val="0"/>
                    <a:alpha val="31360"/>
                  </a:srgbClr>
                </a:gs>
                <a:gs pos="100000">
                  <a:srgbClr val="0C0A9E">
                    <a:alpha val="50196"/>
                    <a:alpha val="3136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7"/>
            <p:cNvSpPr/>
            <p:nvPr/>
          </p:nvSpPr>
          <p:spPr>
            <a:xfrm>
              <a:off x="941424" y="4724302"/>
              <a:ext cx="340329" cy="325895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7"/>
            <p:cNvSpPr/>
            <p:nvPr/>
          </p:nvSpPr>
          <p:spPr>
            <a:xfrm>
              <a:off x="820562" y="4958179"/>
              <a:ext cx="582037" cy="55735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31360"/>
                  </a:schemeClr>
                </a:gs>
                <a:gs pos="22000">
                  <a:schemeClr val="lt1">
                    <a:alpha val="31360"/>
                  </a:schemeClr>
                </a:gs>
                <a:gs pos="45000">
                  <a:srgbClr val="FFFFFF">
                    <a:alpha val="0"/>
                    <a:alpha val="31360"/>
                  </a:srgbClr>
                </a:gs>
                <a:gs pos="100000">
                  <a:srgbClr val="0C0A9E">
                    <a:alpha val="50196"/>
                    <a:alpha val="3136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7"/>
            <p:cNvSpPr/>
            <p:nvPr/>
          </p:nvSpPr>
          <p:spPr>
            <a:xfrm>
              <a:off x="1299000" y="4608579"/>
              <a:ext cx="582037" cy="55735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7"/>
            <p:cNvSpPr/>
            <p:nvPr/>
          </p:nvSpPr>
          <p:spPr>
            <a:xfrm rot="5400000">
              <a:off x="447539" y="3133720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58" name="Google Shape;358;p7"/>
            <p:cNvGrpSpPr/>
            <p:nvPr/>
          </p:nvGrpSpPr>
          <p:grpSpPr>
            <a:xfrm>
              <a:off x="736485" y="4387072"/>
              <a:ext cx="161977" cy="161940"/>
              <a:chOff x="1101075" y="2142375"/>
              <a:chExt cx="439200" cy="439100"/>
            </a:xfrm>
          </p:grpSpPr>
          <p:sp>
            <p:nvSpPr>
              <p:cNvPr id="359" name="Google Shape;359;p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" name="Google Shape;360;p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61" name="Google Shape;361;p7"/>
            <p:cNvGrpSpPr/>
            <p:nvPr/>
          </p:nvGrpSpPr>
          <p:grpSpPr>
            <a:xfrm rot="10800000">
              <a:off x="2118901" y="4805293"/>
              <a:ext cx="161977" cy="161940"/>
              <a:chOff x="1101075" y="2142375"/>
              <a:chExt cx="439200" cy="439100"/>
            </a:xfrm>
          </p:grpSpPr>
          <p:sp>
            <p:nvSpPr>
              <p:cNvPr id="362" name="Google Shape;362;p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" name="Google Shape;363;p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8"/>
          <p:cNvSpPr txBox="1"/>
          <p:nvPr>
            <p:ph type="title"/>
          </p:nvPr>
        </p:nvSpPr>
        <p:spPr>
          <a:xfrm>
            <a:off x="713225" y="2122600"/>
            <a:ext cx="7297500" cy="91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366" name="Google Shape;366;p8"/>
          <p:cNvGrpSpPr/>
          <p:nvPr/>
        </p:nvGrpSpPr>
        <p:grpSpPr>
          <a:xfrm>
            <a:off x="6475811" y="-1541623"/>
            <a:ext cx="2583360" cy="2409685"/>
            <a:chOff x="6475811" y="-1541623"/>
            <a:chExt cx="2583360" cy="2409685"/>
          </a:xfrm>
        </p:grpSpPr>
        <p:grpSp>
          <p:nvGrpSpPr>
            <p:cNvPr id="367" name="Google Shape;367;p8"/>
            <p:cNvGrpSpPr/>
            <p:nvPr/>
          </p:nvGrpSpPr>
          <p:grpSpPr>
            <a:xfrm rot="-5400000">
              <a:off x="5879041" y="-944853"/>
              <a:ext cx="2133442" cy="939904"/>
              <a:chOff x="-149984" y="3754784"/>
              <a:chExt cx="2133442" cy="939904"/>
            </a:xfrm>
          </p:grpSpPr>
          <p:sp>
            <p:nvSpPr>
              <p:cNvPr id="368" name="Google Shape;368;p8"/>
              <p:cNvSpPr/>
              <p:nvPr/>
            </p:nvSpPr>
            <p:spPr>
              <a:xfrm rot="5400000">
                <a:off x="707379" y="3056155"/>
                <a:ext cx="577450" cy="1974708"/>
              </a:xfrm>
              <a:custGeom>
                <a:rect b="b" l="l" r="r" t="t"/>
                <a:pathLst>
                  <a:path extrusionOk="0" h="48146" w="14079">
                    <a:moveTo>
                      <a:pt x="13866" y="0"/>
                    </a:moveTo>
                    <a:lnTo>
                      <a:pt x="5867" y="7999"/>
                    </a:lnTo>
                    <a:lnTo>
                      <a:pt x="5836" y="8045"/>
                    </a:lnTo>
                    <a:lnTo>
                      <a:pt x="5836" y="31737"/>
                    </a:lnTo>
                    <a:lnTo>
                      <a:pt x="1" y="37541"/>
                    </a:lnTo>
                    <a:lnTo>
                      <a:pt x="1" y="48146"/>
                    </a:lnTo>
                    <a:lnTo>
                      <a:pt x="306" y="48146"/>
                    </a:lnTo>
                    <a:lnTo>
                      <a:pt x="306" y="37679"/>
                    </a:lnTo>
                    <a:lnTo>
                      <a:pt x="6141" y="31874"/>
                    </a:lnTo>
                    <a:lnTo>
                      <a:pt x="6141" y="8167"/>
                    </a:lnTo>
                    <a:lnTo>
                      <a:pt x="14079" y="229"/>
                    </a:lnTo>
                    <a:lnTo>
                      <a:pt x="13866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9" name="Google Shape;369;p8"/>
              <p:cNvSpPr/>
              <p:nvPr/>
            </p:nvSpPr>
            <p:spPr>
              <a:xfrm rot="5400000">
                <a:off x="391825" y="3465468"/>
                <a:ext cx="687411" cy="1771028"/>
              </a:xfrm>
              <a:custGeom>
                <a:rect b="b" l="l" r="r" t="t"/>
                <a:pathLst>
                  <a:path extrusionOk="0" h="43180" w="16760">
                    <a:moveTo>
                      <a:pt x="16531" y="1"/>
                    </a:moveTo>
                    <a:lnTo>
                      <a:pt x="4403" y="12159"/>
                    </a:lnTo>
                    <a:lnTo>
                      <a:pt x="4342" y="12190"/>
                    </a:lnTo>
                    <a:lnTo>
                      <a:pt x="4342" y="25734"/>
                    </a:lnTo>
                    <a:lnTo>
                      <a:pt x="0" y="30077"/>
                    </a:lnTo>
                    <a:lnTo>
                      <a:pt x="8746" y="38822"/>
                    </a:lnTo>
                    <a:lnTo>
                      <a:pt x="8746" y="43180"/>
                    </a:lnTo>
                    <a:lnTo>
                      <a:pt x="9066" y="43180"/>
                    </a:lnTo>
                    <a:lnTo>
                      <a:pt x="9066" y="38700"/>
                    </a:lnTo>
                    <a:lnTo>
                      <a:pt x="442" y="30077"/>
                    </a:lnTo>
                    <a:lnTo>
                      <a:pt x="4662" y="25872"/>
                    </a:lnTo>
                    <a:lnTo>
                      <a:pt x="4662" y="12327"/>
                    </a:lnTo>
                    <a:lnTo>
                      <a:pt x="16760" y="230"/>
                    </a:lnTo>
                    <a:lnTo>
                      <a:pt x="16531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70" name="Google Shape;370;p8"/>
            <p:cNvSpPr/>
            <p:nvPr/>
          </p:nvSpPr>
          <p:spPr>
            <a:xfrm rot="5400000">
              <a:off x="7783092" y="-770470"/>
              <a:ext cx="577450" cy="1974708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8"/>
            <p:cNvSpPr/>
            <p:nvPr/>
          </p:nvSpPr>
          <p:spPr>
            <a:xfrm rot="5400000">
              <a:off x="7617537" y="-361157"/>
              <a:ext cx="687411" cy="1771028"/>
            </a:xfrm>
            <a:custGeom>
              <a:rect b="b" l="l" r="r" t="t"/>
              <a:pathLst>
                <a:path extrusionOk="0" h="43180" w="1676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2" name="Google Shape;372;p8"/>
            <p:cNvGrpSpPr/>
            <p:nvPr/>
          </p:nvGrpSpPr>
          <p:grpSpPr>
            <a:xfrm>
              <a:off x="7741638" y="-258450"/>
              <a:ext cx="439200" cy="439100"/>
              <a:chOff x="1101075" y="2142375"/>
              <a:chExt cx="439200" cy="439100"/>
            </a:xfrm>
          </p:grpSpPr>
          <p:sp>
            <p:nvSpPr>
              <p:cNvPr id="373" name="Google Shape;373;p8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" name="Google Shape;374;p8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9"/>
          <p:cNvSpPr txBox="1"/>
          <p:nvPr>
            <p:ph type="title"/>
          </p:nvPr>
        </p:nvSpPr>
        <p:spPr>
          <a:xfrm>
            <a:off x="720000" y="479750"/>
            <a:ext cx="3145200" cy="184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77" name="Google Shape;377;p9"/>
          <p:cNvSpPr txBox="1"/>
          <p:nvPr>
            <p:ph idx="1" type="subTitle"/>
          </p:nvPr>
        </p:nvSpPr>
        <p:spPr>
          <a:xfrm>
            <a:off x="720000" y="2359400"/>
            <a:ext cx="3145200" cy="22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Open Sans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Open Sans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Open Sans"/>
              <a:buChar char="■"/>
              <a:defRPr/>
            </a:lvl9pPr>
          </a:lstStyle>
          <a:p/>
        </p:txBody>
      </p:sp>
      <p:sp>
        <p:nvSpPr>
          <p:cNvPr id="378" name="Google Shape;378;p9"/>
          <p:cNvSpPr/>
          <p:nvPr>
            <p:ph idx="2" type="pic"/>
          </p:nvPr>
        </p:nvSpPr>
        <p:spPr>
          <a:xfrm>
            <a:off x="4135800" y="539500"/>
            <a:ext cx="4295100" cy="40692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grpSp>
        <p:nvGrpSpPr>
          <p:cNvPr id="379" name="Google Shape;379;p9"/>
          <p:cNvGrpSpPr/>
          <p:nvPr/>
        </p:nvGrpSpPr>
        <p:grpSpPr>
          <a:xfrm>
            <a:off x="-2393465" y="-1635538"/>
            <a:ext cx="4710415" cy="5344655"/>
            <a:chOff x="-2317265" y="-1559338"/>
            <a:chExt cx="4710415" cy="5344655"/>
          </a:xfrm>
        </p:grpSpPr>
        <p:pic>
          <p:nvPicPr>
            <p:cNvPr id="380" name="Google Shape;380;p9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>
              <a:off x="-2317265" y="-1559338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81" name="Google Shape;381;p9"/>
            <p:cNvGrpSpPr/>
            <p:nvPr/>
          </p:nvGrpSpPr>
          <p:grpSpPr>
            <a:xfrm>
              <a:off x="-1322674" y="-1333888"/>
              <a:ext cx="3153315" cy="5119205"/>
              <a:chOff x="6643701" y="816087"/>
              <a:chExt cx="3153315" cy="5119205"/>
            </a:xfrm>
          </p:grpSpPr>
          <p:sp>
            <p:nvSpPr>
              <p:cNvPr id="382" name="Google Shape;382;p9"/>
              <p:cNvSpPr/>
              <p:nvPr/>
            </p:nvSpPr>
            <p:spPr>
              <a:xfrm>
                <a:off x="6643701" y="816087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383" name="Google Shape;383;p9"/>
              <p:cNvGrpSpPr/>
              <p:nvPr/>
            </p:nvGrpSpPr>
            <p:grpSpPr>
              <a:xfrm>
                <a:off x="8671986" y="2443197"/>
                <a:ext cx="134004" cy="134004"/>
                <a:chOff x="8356813" y="1074288"/>
                <a:chExt cx="351900" cy="351900"/>
              </a:xfrm>
            </p:grpSpPr>
            <p:sp>
              <p:nvSpPr>
                <p:cNvPr id="384" name="Google Shape;384;p9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5" name="Google Shape;385;p9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86" name="Google Shape;386;p9"/>
              <p:cNvGrpSpPr/>
              <p:nvPr/>
            </p:nvGrpSpPr>
            <p:grpSpPr>
              <a:xfrm>
                <a:off x="7678536" y="3129397"/>
                <a:ext cx="134004" cy="134004"/>
                <a:chOff x="8356813" y="1074288"/>
                <a:chExt cx="351900" cy="351900"/>
              </a:xfrm>
            </p:grpSpPr>
            <p:sp>
              <p:nvSpPr>
                <p:cNvPr id="387" name="Google Shape;387;p9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8" name="Google Shape;388;p9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89" name="Google Shape;389;p9"/>
              <p:cNvGrpSpPr/>
              <p:nvPr/>
            </p:nvGrpSpPr>
            <p:grpSpPr>
              <a:xfrm>
                <a:off x="8062611" y="3503222"/>
                <a:ext cx="134004" cy="134004"/>
                <a:chOff x="8356813" y="1074288"/>
                <a:chExt cx="351900" cy="351900"/>
              </a:xfrm>
            </p:grpSpPr>
            <p:sp>
              <p:nvSpPr>
                <p:cNvPr id="390" name="Google Shape;390;p9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1" name="Google Shape;391;p9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392" name="Google Shape;392;p9"/>
            <p:cNvGrpSpPr/>
            <p:nvPr/>
          </p:nvGrpSpPr>
          <p:grpSpPr>
            <a:xfrm>
              <a:off x="121568" y="-846844"/>
              <a:ext cx="88151" cy="2151709"/>
              <a:chOff x="3054755" y="4367024"/>
              <a:chExt cx="88142" cy="1137387"/>
            </a:xfrm>
          </p:grpSpPr>
          <p:sp>
            <p:nvSpPr>
              <p:cNvPr id="393" name="Google Shape;393;p9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40000">
                    <a:srgbClr val="FF9900">
                      <a:alpha val="40784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4" name="Google Shape;394;p9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40000">
                    <a:srgbClr val="FF9900">
                      <a:alpha val="40784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95" name="Google Shape;395;p9"/>
            <p:cNvGrpSpPr/>
            <p:nvPr/>
          </p:nvGrpSpPr>
          <p:grpSpPr>
            <a:xfrm>
              <a:off x="361243" y="-718832"/>
              <a:ext cx="88151" cy="2151709"/>
              <a:chOff x="3054755" y="4367024"/>
              <a:chExt cx="88142" cy="1137387"/>
            </a:xfrm>
          </p:grpSpPr>
          <p:sp>
            <p:nvSpPr>
              <p:cNvPr id="396" name="Google Shape;396;p9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7" name="Google Shape;397;p9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98" name="Google Shape;398;p9"/>
            <p:cNvSpPr/>
            <p:nvPr/>
          </p:nvSpPr>
          <p:spPr>
            <a:xfrm rot="5400000">
              <a:off x="501466" y="-1277128"/>
              <a:ext cx="1031181" cy="275218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99" name="Google Shape;399;p9"/>
            <p:cNvGrpSpPr/>
            <p:nvPr/>
          </p:nvGrpSpPr>
          <p:grpSpPr>
            <a:xfrm>
              <a:off x="-175967" y="337269"/>
              <a:ext cx="480890" cy="481200"/>
              <a:chOff x="959750" y="3039275"/>
              <a:chExt cx="582050" cy="582425"/>
            </a:xfrm>
          </p:grpSpPr>
          <p:sp>
            <p:nvSpPr>
              <p:cNvPr id="400" name="Google Shape;400;p9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1" name="Google Shape;401;p9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2" name="Google Shape;402;p9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3" name="Google Shape;403;p9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4" name="Google Shape;404;p9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5" name="Google Shape;405;p9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6" name="Google Shape;406;p9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07" name="Google Shape;407;p9"/>
          <p:cNvGrpSpPr/>
          <p:nvPr/>
        </p:nvGrpSpPr>
        <p:grpSpPr>
          <a:xfrm>
            <a:off x="6719910" y="2898312"/>
            <a:ext cx="3920501" cy="3213899"/>
            <a:chOff x="6643710" y="2822113"/>
            <a:chExt cx="3920501" cy="3213899"/>
          </a:xfrm>
        </p:grpSpPr>
        <p:sp>
          <p:nvSpPr>
            <p:cNvPr id="408" name="Google Shape;408;p9"/>
            <p:cNvSpPr/>
            <p:nvPr/>
          </p:nvSpPr>
          <p:spPr>
            <a:xfrm>
              <a:off x="8764950" y="2822113"/>
              <a:ext cx="480893" cy="475828"/>
            </a:xfrm>
            <a:custGeom>
              <a:rect b="b" l="l" r="r" t="t"/>
              <a:pathLst>
                <a:path extrusionOk="0" h="35790" w="36171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09" name="Google Shape;409;p9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>
              <a:off x="6643710" y="3043787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10" name="Google Shape;410;p9"/>
            <p:cNvGrpSpPr/>
            <p:nvPr/>
          </p:nvGrpSpPr>
          <p:grpSpPr>
            <a:xfrm>
              <a:off x="8671987" y="3471620"/>
              <a:ext cx="699928" cy="1651024"/>
              <a:chOff x="8337812" y="3492483"/>
              <a:chExt cx="699928" cy="1651024"/>
            </a:xfrm>
          </p:grpSpPr>
          <p:sp>
            <p:nvSpPr>
              <p:cNvPr id="411" name="Google Shape;411;p9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rect b="b" l="l" r="r" t="t"/>
                <a:pathLst>
                  <a:path extrusionOk="0" h="24714" w="11779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" name="Google Shape;412;p9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" name="Google Shape;413;p9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14" name="Google Shape;414;p9"/>
            <p:cNvGrpSpPr/>
            <p:nvPr/>
          </p:nvGrpSpPr>
          <p:grpSpPr>
            <a:xfrm>
              <a:off x="8279400" y="4281138"/>
              <a:ext cx="904666" cy="726121"/>
              <a:chOff x="7945225" y="4302000"/>
              <a:chExt cx="904666" cy="726121"/>
            </a:xfrm>
          </p:grpSpPr>
          <p:sp>
            <p:nvSpPr>
              <p:cNvPr id="415" name="Google Shape;415;p9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" name="Google Shape;416;p9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" name="Google Shape;417;p9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18" name="Google Shape;418;p9"/>
            <p:cNvSpPr/>
            <p:nvPr/>
          </p:nvSpPr>
          <p:spPr>
            <a:xfrm rot="10800000">
              <a:off x="7869624" y="2920269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9"/>
            <p:cNvSpPr/>
            <p:nvPr/>
          </p:nvSpPr>
          <p:spPr>
            <a:xfrm rot="10800000">
              <a:off x="8028970" y="2920884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20" name="Google Shape;420;p9"/>
          <p:cNvGrpSpPr/>
          <p:nvPr/>
        </p:nvGrpSpPr>
        <p:grpSpPr>
          <a:xfrm>
            <a:off x="-1953175" y="4816451"/>
            <a:ext cx="4558967" cy="134100"/>
            <a:chOff x="796100" y="3019701"/>
            <a:chExt cx="4558967" cy="134100"/>
          </a:xfrm>
        </p:grpSpPr>
        <p:sp>
          <p:nvSpPr>
            <p:cNvPr id="421" name="Google Shape;421;p9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22" name="Google Shape;422;p9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23" name="Google Shape;423;p9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26" name="Google Shape;426;p10"/>
          <p:cNvSpPr txBox="1"/>
          <p:nvPr>
            <p:ph type="title"/>
          </p:nvPr>
        </p:nvSpPr>
        <p:spPr>
          <a:xfrm>
            <a:off x="720000" y="539500"/>
            <a:ext cx="3672000" cy="9327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1"/>
          <p:cNvSpPr txBox="1"/>
          <p:nvPr>
            <p:ph hasCustomPrompt="1" type="title"/>
          </p:nvPr>
        </p:nvSpPr>
        <p:spPr>
          <a:xfrm>
            <a:off x="713225" y="1766475"/>
            <a:ext cx="6576000" cy="103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6000"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429" name="Google Shape;429;p11"/>
          <p:cNvSpPr txBox="1"/>
          <p:nvPr>
            <p:ph idx="1" type="subTitle"/>
          </p:nvPr>
        </p:nvSpPr>
        <p:spPr>
          <a:xfrm>
            <a:off x="713225" y="3118375"/>
            <a:ext cx="65760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430" name="Google Shape;430;p11"/>
          <p:cNvGrpSpPr/>
          <p:nvPr/>
        </p:nvGrpSpPr>
        <p:grpSpPr>
          <a:xfrm>
            <a:off x="-889904" y="4083136"/>
            <a:ext cx="4477057" cy="2336436"/>
            <a:chOff x="-889904" y="4006936"/>
            <a:chExt cx="4477057" cy="2336436"/>
          </a:xfrm>
        </p:grpSpPr>
        <p:grpSp>
          <p:nvGrpSpPr>
            <p:cNvPr id="431" name="Google Shape;431;p11"/>
            <p:cNvGrpSpPr/>
            <p:nvPr/>
          </p:nvGrpSpPr>
          <p:grpSpPr>
            <a:xfrm>
              <a:off x="-889904" y="4006936"/>
              <a:ext cx="4477057" cy="2336436"/>
              <a:chOff x="-900729" y="3974486"/>
              <a:chExt cx="4477057" cy="2336436"/>
            </a:xfrm>
          </p:grpSpPr>
          <p:sp>
            <p:nvSpPr>
              <p:cNvPr id="432" name="Google Shape;432;p11"/>
              <p:cNvSpPr/>
              <p:nvPr/>
            </p:nvSpPr>
            <p:spPr>
              <a:xfrm rot="-3600048">
                <a:off x="-675925" y="4363903"/>
                <a:ext cx="1798609" cy="1557602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3" name="Google Shape;433;p11"/>
              <p:cNvSpPr/>
              <p:nvPr/>
            </p:nvSpPr>
            <p:spPr>
              <a:xfrm rot="-5400000">
                <a:off x="891329" y="3148090"/>
                <a:ext cx="1793675" cy="3576323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434" name="Google Shape;434;p11"/>
              <p:cNvGrpSpPr/>
              <p:nvPr/>
            </p:nvGrpSpPr>
            <p:grpSpPr>
              <a:xfrm>
                <a:off x="63440" y="4608566"/>
                <a:ext cx="496803" cy="497084"/>
                <a:chOff x="3678700" y="407275"/>
                <a:chExt cx="708100" cy="708500"/>
              </a:xfrm>
            </p:grpSpPr>
            <p:sp>
              <p:nvSpPr>
                <p:cNvPr id="435" name="Google Shape;435;p1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6" name="Google Shape;436;p1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7" name="Google Shape;437;p1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8" name="Google Shape;438;p1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9" name="Google Shape;439;p1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0" name="Google Shape;440;p1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1" name="Google Shape;441;p1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442" name="Google Shape;442;p11"/>
              <p:cNvGrpSpPr/>
              <p:nvPr/>
            </p:nvGrpSpPr>
            <p:grpSpPr>
              <a:xfrm>
                <a:off x="464815" y="4608566"/>
                <a:ext cx="496803" cy="497084"/>
                <a:chOff x="3678700" y="407275"/>
                <a:chExt cx="708100" cy="708500"/>
              </a:xfrm>
            </p:grpSpPr>
            <p:sp>
              <p:nvSpPr>
                <p:cNvPr id="443" name="Google Shape;443;p1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4" name="Google Shape;444;p1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5" name="Google Shape;445;p1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6" name="Google Shape;446;p1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7" name="Google Shape;447;p1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8" name="Google Shape;448;p1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9" name="Google Shape;449;p1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450" name="Google Shape;450;p11"/>
            <p:cNvGrpSpPr/>
            <p:nvPr/>
          </p:nvGrpSpPr>
          <p:grpSpPr>
            <a:xfrm rot="5400000">
              <a:off x="1017275" y="4934200"/>
              <a:ext cx="439200" cy="439100"/>
              <a:chOff x="1101075" y="2142375"/>
              <a:chExt cx="439200" cy="439100"/>
            </a:xfrm>
          </p:grpSpPr>
          <p:sp>
            <p:nvSpPr>
              <p:cNvPr id="451" name="Google Shape;451;p11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2" name="Google Shape;452;p11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53" name="Google Shape;453;p11"/>
          <p:cNvGrpSpPr/>
          <p:nvPr/>
        </p:nvGrpSpPr>
        <p:grpSpPr>
          <a:xfrm>
            <a:off x="-2613417" y="-2882410"/>
            <a:ext cx="8164418" cy="6343459"/>
            <a:chOff x="-2613417" y="-2806210"/>
            <a:chExt cx="8164418" cy="6343459"/>
          </a:xfrm>
        </p:grpSpPr>
        <p:grpSp>
          <p:nvGrpSpPr>
            <p:cNvPr id="454" name="Google Shape;454;p11"/>
            <p:cNvGrpSpPr/>
            <p:nvPr/>
          </p:nvGrpSpPr>
          <p:grpSpPr>
            <a:xfrm>
              <a:off x="-191059" y="95963"/>
              <a:ext cx="1538562" cy="971589"/>
              <a:chOff x="-191059" y="95963"/>
              <a:chExt cx="1538562" cy="971589"/>
            </a:xfrm>
          </p:grpSpPr>
          <p:grpSp>
            <p:nvGrpSpPr>
              <p:cNvPr id="455" name="Google Shape;455;p11"/>
              <p:cNvGrpSpPr/>
              <p:nvPr/>
            </p:nvGrpSpPr>
            <p:grpSpPr>
              <a:xfrm>
                <a:off x="-191059" y="201619"/>
                <a:ext cx="904284" cy="865933"/>
                <a:chOff x="2038491" y="-937756"/>
                <a:chExt cx="904284" cy="865933"/>
              </a:xfrm>
            </p:grpSpPr>
            <p:grpSp>
              <p:nvGrpSpPr>
                <p:cNvPr id="456" name="Google Shape;456;p11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457" name="Google Shape;457;p11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58" name="Google Shape;458;p11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59" name="Google Shape;459;p11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60" name="Google Shape;460;p11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61" name="Google Shape;461;p11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462" name="Google Shape;462;p11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463" name="Google Shape;463;p11"/>
              <p:cNvGrpSpPr/>
              <p:nvPr/>
            </p:nvGrpSpPr>
            <p:grpSpPr>
              <a:xfrm>
                <a:off x="584533" y="95963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464" name="Google Shape;464;p11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465" name="Google Shape;465;p11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66" name="Google Shape;466;p11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67" name="Google Shape;467;p11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68" name="Google Shape;468;p11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69" name="Google Shape;469;p11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470" name="Google Shape;470;p11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471" name="Google Shape;471;p11"/>
              <p:cNvGrpSpPr/>
              <p:nvPr/>
            </p:nvGrpSpPr>
            <p:grpSpPr>
              <a:xfrm>
                <a:off x="530445" y="481913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472" name="Google Shape;472;p11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473" name="Google Shape;473;p11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74" name="Google Shape;474;p11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75" name="Google Shape;475;p11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76" name="Google Shape;476;p11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77" name="Google Shape;477;p11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478" name="Google Shape;478;p11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479" name="Google Shape;479;p11"/>
              <p:cNvGrpSpPr/>
              <p:nvPr/>
            </p:nvGrpSpPr>
            <p:grpSpPr>
              <a:xfrm>
                <a:off x="874020" y="312788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480" name="Google Shape;480;p11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481" name="Google Shape;481;p11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82" name="Google Shape;482;p11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83" name="Google Shape;483;p11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84" name="Google Shape;484;p11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85" name="Google Shape;485;p11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486" name="Google Shape;486;p11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487" name="Google Shape;487;p11"/>
            <p:cNvGrpSpPr/>
            <p:nvPr/>
          </p:nvGrpSpPr>
          <p:grpSpPr>
            <a:xfrm rot="-7479050">
              <a:off x="-2051246" y="-1642948"/>
              <a:ext cx="4889863" cy="3931229"/>
              <a:chOff x="7103825" y="-713112"/>
              <a:chExt cx="3785226" cy="3043150"/>
            </a:xfrm>
          </p:grpSpPr>
          <p:sp>
            <p:nvSpPr>
              <p:cNvPr id="488" name="Google Shape;488;p11"/>
              <p:cNvSpPr/>
              <p:nvPr/>
            </p:nvSpPr>
            <p:spPr>
              <a:xfrm rot="-3600017">
                <a:off x="7761095" y="-21"/>
                <a:ext cx="2152450" cy="1864030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489" name="Google Shape;489;p11"/>
              <p:cNvPicPr preferRelativeResize="0"/>
              <p:nvPr/>
            </p:nvPicPr>
            <p:blipFill rotWithShape="1">
              <a:blip r:embed="rId2">
                <a:alphaModFix/>
              </a:blip>
              <a:srcRect b="17663" l="0" r="0" t="17657"/>
              <a:stretch/>
            </p:blipFill>
            <p:spPr>
              <a:xfrm>
                <a:off x="7103825" y="-713112"/>
                <a:ext cx="3785226" cy="28889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90" name="Google Shape;490;p11"/>
            <p:cNvGrpSpPr/>
            <p:nvPr/>
          </p:nvGrpSpPr>
          <p:grpSpPr>
            <a:xfrm>
              <a:off x="-640220" y="-2653973"/>
              <a:ext cx="6191222" cy="6191222"/>
              <a:chOff x="-640220" y="-2502423"/>
              <a:chExt cx="6191222" cy="6191222"/>
            </a:xfrm>
          </p:grpSpPr>
          <p:sp>
            <p:nvSpPr>
              <p:cNvPr id="491" name="Google Shape;491;p11"/>
              <p:cNvSpPr/>
              <p:nvPr/>
            </p:nvSpPr>
            <p:spPr>
              <a:xfrm rot="-8100000">
                <a:off x="452224" y="-1781500"/>
                <a:ext cx="4006334" cy="4749375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2" name="Google Shape;492;p11"/>
              <p:cNvSpPr/>
              <p:nvPr/>
            </p:nvSpPr>
            <p:spPr>
              <a:xfrm rot="-8100000">
                <a:off x="83608" y="-617740"/>
                <a:ext cx="2925242" cy="3057723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96" name="Google Shape;496;p13"/>
          <p:cNvSpPr txBox="1"/>
          <p:nvPr>
            <p:ph idx="1" type="subTitle"/>
          </p:nvPr>
        </p:nvSpPr>
        <p:spPr>
          <a:xfrm>
            <a:off x="720000" y="2244725"/>
            <a:ext cx="2661000" cy="6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7" name="Google Shape;497;p13"/>
          <p:cNvSpPr txBox="1"/>
          <p:nvPr>
            <p:ph idx="2" type="subTitle"/>
          </p:nvPr>
        </p:nvSpPr>
        <p:spPr>
          <a:xfrm>
            <a:off x="4366700" y="2244725"/>
            <a:ext cx="2661000" cy="6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8" name="Google Shape;498;p13"/>
          <p:cNvSpPr txBox="1"/>
          <p:nvPr>
            <p:ph idx="3" type="subTitle"/>
          </p:nvPr>
        </p:nvSpPr>
        <p:spPr>
          <a:xfrm>
            <a:off x="720000" y="3940900"/>
            <a:ext cx="2661000" cy="6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9" name="Google Shape;499;p13"/>
          <p:cNvSpPr txBox="1"/>
          <p:nvPr>
            <p:ph idx="4" type="subTitle"/>
          </p:nvPr>
        </p:nvSpPr>
        <p:spPr>
          <a:xfrm>
            <a:off x="4366700" y="3940900"/>
            <a:ext cx="2661000" cy="6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0" name="Google Shape;500;p13"/>
          <p:cNvSpPr txBox="1"/>
          <p:nvPr>
            <p:ph hasCustomPrompt="1" idx="5" type="title"/>
          </p:nvPr>
        </p:nvSpPr>
        <p:spPr>
          <a:xfrm>
            <a:off x="720003" y="1344775"/>
            <a:ext cx="1057500" cy="640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501" name="Google Shape;501;p13"/>
          <p:cNvSpPr txBox="1"/>
          <p:nvPr>
            <p:ph hasCustomPrompt="1" idx="6" type="title"/>
          </p:nvPr>
        </p:nvSpPr>
        <p:spPr>
          <a:xfrm>
            <a:off x="720003" y="3040971"/>
            <a:ext cx="1057500" cy="640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502" name="Google Shape;502;p13"/>
          <p:cNvSpPr txBox="1"/>
          <p:nvPr>
            <p:ph hasCustomPrompt="1" idx="7" type="title"/>
          </p:nvPr>
        </p:nvSpPr>
        <p:spPr>
          <a:xfrm>
            <a:off x="4366698" y="1344775"/>
            <a:ext cx="1057500" cy="640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503" name="Google Shape;503;p13"/>
          <p:cNvSpPr txBox="1"/>
          <p:nvPr>
            <p:ph hasCustomPrompt="1" idx="8" type="title"/>
          </p:nvPr>
        </p:nvSpPr>
        <p:spPr>
          <a:xfrm>
            <a:off x="4366698" y="3040971"/>
            <a:ext cx="1057500" cy="640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504" name="Google Shape;504;p13"/>
          <p:cNvSpPr txBox="1"/>
          <p:nvPr>
            <p:ph idx="9" type="subTitle"/>
          </p:nvPr>
        </p:nvSpPr>
        <p:spPr>
          <a:xfrm>
            <a:off x="720000" y="1918675"/>
            <a:ext cx="32337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19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505" name="Google Shape;505;p13"/>
          <p:cNvSpPr txBox="1"/>
          <p:nvPr>
            <p:ph idx="13" type="subTitle"/>
          </p:nvPr>
        </p:nvSpPr>
        <p:spPr>
          <a:xfrm>
            <a:off x="4366698" y="1918675"/>
            <a:ext cx="32337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19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506" name="Google Shape;506;p13"/>
          <p:cNvSpPr txBox="1"/>
          <p:nvPr>
            <p:ph idx="14" type="subTitle"/>
          </p:nvPr>
        </p:nvSpPr>
        <p:spPr>
          <a:xfrm>
            <a:off x="720000" y="3614801"/>
            <a:ext cx="32337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19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507" name="Google Shape;507;p13"/>
          <p:cNvSpPr txBox="1"/>
          <p:nvPr>
            <p:ph idx="15" type="subTitle"/>
          </p:nvPr>
        </p:nvSpPr>
        <p:spPr>
          <a:xfrm>
            <a:off x="4366698" y="3614801"/>
            <a:ext cx="32337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19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grpSp>
        <p:nvGrpSpPr>
          <p:cNvPr id="508" name="Google Shape;508;p13"/>
          <p:cNvGrpSpPr/>
          <p:nvPr/>
        </p:nvGrpSpPr>
        <p:grpSpPr>
          <a:xfrm>
            <a:off x="-808923" y="2711465"/>
            <a:ext cx="2097951" cy="3309497"/>
            <a:chOff x="-656523" y="2711465"/>
            <a:chExt cx="2097951" cy="3309497"/>
          </a:xfrm>
        </p:grpSpPr>
        <p:sp>
          <p:nvSpPr>
            <p:cNvPr id="509" name="Google Shape;509;p13"/>
            <p:cNvSpPr/>
            <p:nvPr/>
          </p:nvSpPr>
          <p:spPr>
            <a:xfrm flipH="1">
              <a:off x="-352474" y="4279466"/>
              <a:ext cx="1139424" cy="986746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10" name="Google Shape;510;p13"/>
            <p:cNvGrpSpPr/>
            <p:nvPr/>
          </p:nvGrpSpPr>
          <p:grpSpPr>
            <a:xfrm>
              <a:off x="323479" y="4682324"/>
              <a:ext cx="328346" cy="328531"/>
              <a:chOff x="3678700" y="407275"/>
              <a:chExt cx="708100" cy="708500"/>
            </a:xfrm>
          </p:grpSpPr>
          <p:sp>
            <p:nvSpPr>
              <p:cNvPr id="511" name="Google Shape;511;p13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2" name="Google Shape;512;p13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rect b="b" l="l" r="r" t="t"/>
                <a:pathLst>
                  <a:path extrusionOk="0" h="9995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3" name="Google Shape;513;p13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4" name="Google Shape;514;p13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rect b="b" l="l" r="r" t="t"/>
                <a:pathLst>
                  <a:path extrusionOk="0" h="9981" w="9995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5" name="Google Shape;515;p13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6" name="Google Shape;516;p13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rect b="b" l="l" r="r" t="t"/>
                <a:pathLst>
                  <a:path extrusionOk="0" h="9981" w="998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7" name="Google Shape;517;p13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18" name="Google Shape;518;p13"/>
            <p:cNvGrpSpPr/>
            <p:nvPr/>
          </p:nvGrpSpPr>
          <p:grpSpPr>
            <a:xfrm>
              <a:off x="-541317" y="2711465"/>
              <a:ext cx="1117945" cy="1598547"/>
              <a:chOff x="-541317" y="2711465"/>
              <a:chExt cx="1117945" cy="1598547"/>
            </a:xfrm>
          </p:grpSpPr>
          <p:sp>
            <p:nvSpPr>
              <p:cNvPr id="519" name="Google Shape;519;p13"/>
              <p:cNvSpPr/>
              <p:nvPr/>
            </p:nvSpPr>
            <p:spPr>
              <a:xfrm rot="8999999">
                <a:off x="-132025" y="2659081"/>
                <a:ext cx="246869" cy="1703314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rgbClr val="0C0A9E">
                  <a:alpha val="31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520" name="Google Shape;520;p13"/>
              <p:cNvGrpSpPr/>
              <p:nvPr/>
            </p:nvGrpSpPr>
            <p:grpSpPr>
              <a:xfrm>
                <a:off x="442584" y="4120912"/>
                <a:ext cx="134044" cy="134013"/>
                <a:chOff x="1101075" y="2142375"/>
                <a:chExt cx="439200" cy="439100"/>
              </a:xfrm>
            </p:grpSpPr>
            <p:sp>
              <p:nvSpPr>
                <p:cNvPr id="521" name="Google Shape;521;p13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rotWithShape="0" algn="bl" dir="2280000" dist="9525">
                    <a:schemeClr val="lt2"/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22" name="Google Shape;522;p13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rotWithShape="0" algn="bl" dir="2280000" dist="9525">
                    <a:schemeClr val="lt2"/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523" name="Google Shape;523;p13"/>
            <p:cNvGrpSpPr/>
            <p:nvPr/>
          </p:nvGrpSpPr>
          <p:grpSpPr>
            <a:xfrm rot="-9080766">
              <a:off x="-341725" y="3731687"/>
              <a:ext cx="1117904" cy="1598488"/>
              <a:chOff x="-541317" y="2711465"/>
              <a:chExt cx="1117945" cy="1598547"/>
            </a:xfrm>
          </p:grpSpPr>
          <p:sp>
            <p:nvSpPr>
              <p:cNvPr id="524" name="Google Shape;524;p13"/>
              <p:cNvSpPr/>
              <p:nvPr/>
            </p:nvSpPr>
            <p:spPr>
              <a:xfrm rot="8999999">
                <a:off x="-132025" y="2659081"/>
                <a:ext cx="246869" cy="1703314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rgbClr val="0C0A9E">
                  <a:alpha val="31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525" name="Google Shape;525;p13"/>
              <p:cNvGrpSpPr/>
              <p:nvPr/>
            </p:nvGrpSpPr>
            <p:grpSpPr>
              <a:xfrm>
                <a:off x="442584" y="4120912"/>
                <a:ext cx="134044" cy="134013"/>
                <a:chOff x="1101075" y="2142375"/>
                <a:chExt cx="439200" cy="439100"/>
              </a:xfrm>
            </p:grpSpPr>
            <p:sp>
              <p:nvSpPr>
                <p:cNvPr id="526" name="Google Shape;526;p13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rotWithShape="0" algn="bl" dir="2280000" dist="9525">
                    <a:schemeClr val="lt2"/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27" name="Google Shape;527;p13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rotWithShape="0" algn="bl" dir="2280000" dist="9525">
                    <a:schemeClr val="lt2"/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528" name="Google Shape;528;p13"/>
            <p:cNvGrpSpPr/>
            <p:nvPr/>
          </p:nvGrpSpPr>
          <p:grpSpPr>
            <a:xfrm rot="10800000">
              <a:off x="323483" y="4422415"/>
              <a:ext cx="1117945" cy="1598547"/>
              <a:chOff x="-541317" y="2711465"/>
              <a:chExt cx="1117945" cy="1598547"/>
            </a:xfrm>
          </p:grpSpPr>
          <p:sp>
            <p:nvSpPr>
              <p:cNvPr id="529" name="Google Shape;529;p13"/>
              <p:cNvSpPr/>
              <p:nvPr/>
            </p:nvSpPr>
            <p:spPr>
              <a:xfrm rot="8999999">
                <a:off x="-132025" y="2659081"/>
                <a:ext cx="246869" cy="1703314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rgbClr val="0C0A9E">
                  <a:alpha val="31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530" name="Google Shape;530;p13"/>
              <p:cNvGrpSpPr/>
              <p:nvPr/>
            </p:nvGrpSpPr>
            <p:grpSpPr>
              <a:xfrm>
                <a:off x="442584" y="4120912"/>
                <a:ext cx="134044" cy="134013"/>
                <a:chOff x="1101075" y="2142375"/>
                <a:chExt cx="439200" cy="439100"/>
              </a:xfrm>
            </p:grpSpPr>
            <p:sp>
              <p:nvSpPr>
                <p:cNvPr id="531" name="Google Shape;531;p13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rotWithShape="0" algn="bl" dir="2280000" dist="9525">
                    <a:schemeClr val="lt2"/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32" name="Google Shape;532;p13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rotWithShape="0" algn="bl" dir="2280000" dist="9525">
                    <a:schemeClr val="lt2"/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grpSp>
        <p:nvGrpSpPr>
          <p:cNvPr id="533" name="Google Shape;533;p13"/>
          <p:cNvGrpSpPr/>
          <p:nvPr/>
        </p:nvGrpSpPr>
        <p:grpSpPr>
          <a:xfrm>
            <a:off x="6470875" y="-1735180"/>
            <a:ext cx="4257000" cy="4171657"/>
            <a:chOff x="6394675" y="-1658980"/>
            <a:chExt cx="4257000" cy="4171657"/>
          </a:xfrm>
        </p:grpSpPr>
        <p:grpSp>
          <p:nvGrpSpPr>
            <p:cNvPr id="534" name="Google Shape;534;p13"/>
            <p:cNvGrpSpPr/>
            <p:nvPr/>
          </p:nvGrpSpPr>
          <p:grpSpPr>
            <a:xfrm flipH="1" rot="-2700000">
              <a:off x="7289785" y="-1246897"/>
              <a:ext cx="2552124" cy="3347490"/>
              <a:chOff x="2976325" y="908175"/>
              <a:chExt cx="4028179" cy="5283555"/>
            </a:xfrm>
          </p:grpSpPr>
          <p:sp>
            <p:nvSpPr>
              <p:cNvPr id="535" name="Google Shape;535;p13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6" name="Google Shape;536;p13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7" name="Google Shape;537;p13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38" name="Google Shape;538;p13"/>
            <p:cNvSpPr/>
            <p:nvPr/>
          </p:nvSpPr>
          <p:spPr>
            <a:xfrm>
              <a:off x="6394675" y="0"/>
              <a:ext cx="284119" cy="246048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rgbClr val="0C0A9E">
                    <a:alpha val="2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13"/>
            <p:cNvSpPr/>
            <p:nvPr/>
          </p:nvSpPr>
          <p:spPr>
            <a:xfrm>
              <a:off x="6627600" y="-49075"/>
              <a:ext cx="570546" cy="494095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40" name="Google Shape;540;p13"/>
          <p:cNvGrpSpPr/>
          <p:nvPr/>
        </p:nvGrpSpPr>
        <p:grpSpPr>
          <a:xfrm>
            <a:off x="-113888" y="229201"/>
            <a:ext cx="1891393" cy="134100"/>
            <a:chOff x="-113888" y="229201"/>
            <a:chExt cx="1891393" cy="134100"/>
          </a:xfrm>
        </p:grpSpPr>
        <p:sp>
          <p:nvSpPr>
            <p:cNvPr id="541" name="Google Shape;541;p13"/>
            <p:cNvSpPr/>
            <p:nvPr/>
          </p:nvSpPr>
          <p:spPr>
            <a:xfrm>
              <a:off x="1643404" y="229201"/>
              <a:ext cx="134100" cy="1341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542" name="Google Shape;542;p13"/>
            <p:cNvCxnSpPr/>
            <p:nvPr/>
          </p:nvCxnSpPr>
          <p:spPr>
            <a:xfrm rot="10800000">
              <a:off x="783712" y="-601348"/>
              <a:ext cx="0" cy="179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43" name="Google Shape;543;p13"/>
            <p:cNvSpPr/>
            <p:nvPr/>
          </p:nvSpPr>
          <p:spPr>
            <a:xfrm>
              <a:off x="1673517" y="2593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14"/>
          <p:cNvSpPr txBox="1"/>
          <p:nvPr>
            <p:ph type="title"/>
          </p:nvPr>
        </p:nvSpPr>
        <p:spPr>
          <a:xfrm>
            <a:off x="713225" y="3349250"/>
            <a:ext cx="6691200" cy="53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6" name="Google Shape;546;p14"/>
          <p:cNvSpPr txBox="1"/>
          <p:nvPr>
            <p:ph idx="1" type="subTitle"/>
          </p:nvPr>
        </p:nvSpPr>
        <p:spPr>
          <a:xfrm>
            <a:off x="713225" y="1511313"/>
            <a:ext cx="6691200" cy="147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0"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1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549" name="Google Shape;549;p15"/>
          <p:cNvGrpSpPr/>
          <p:nvPr/>
        </p:nvGrpSpPr>
        <p:grpSpPr>
          <a:xfrm>
            <a:off x="4967675" y="4931713"/>
            <a:ext cx="439200" cy="439100"/>
            <a:chOff x="1101075" y="2142375"/>
            <a:chExt cx="439200" cy="439100"/>
          </a:xfrm>
        </p:grpSpPr>
        <p:sp>
          <p:nvSpPr>
            <p:cNvPr id="550" name="Google Shape;550;p15"/>
            <p:cNvSpPr/>
            <p:nvPr/>
          </p:nvSpPr>
          <p:spPr>
            <a:xfrm>
              <a:off x="1101075" y="2142375"/>
              <a:ext cx="439200" cy="439100"/>
            </a:xfrm>
            <a:custGeom>
              <a:rect b="b" l="l" r="r" t="t"/>
              <a:pathLst>
                <a:path extrusionOk="0" h="17564" w="17568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15"/>
            <p:cNvSpPr/>
            <p:nvPr/>
          </p:nvSpPr>
          <p:spPr>
            <a:xfrm>
              <a:off x="1189450" y="2242350"/>
              <a:ext cx="262850" cy="239700"/>
            </a:xfrm>
            <a:custGeom>
              <a:rect b="b" l="l" r="r" t="t"/>
              <a:pathLst>
                <a:path extrusionOk="0" h="9588" w="10514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52" name="Google Shape;552;p15"/>
          <p:cNvGrpSpPr/>
          <p:nvPr/>
        </p:nvGrpSpPr>
        <p:grpSpPr>
          <a:xfrm>
            <a:off x="2176605" y="-3695660"/>
            <a:ext cx="7317722" cy="6983297"/>
            <a:chOff x="2100405" y="-3619460"/>
            <a:chExt cx="7317722" cy="6983297"/>
          </a:xfrm>
        </p:grpSpPr>
        <p:sp>
          <p:nvSpPr>
            <p:cNvPr id="553" name="Google Shape;553;p15"/>
            <p:cNvSpPr/>
            <p:nvPr/>
          </p:nvSpPr>
          <p:spPr>
            <a:xfrm flipH="1" rot="8100000">
              <a:off x="3778999" y="-2106462"/>
              <a:ext cx="4006334" cy="4749375"/>
            </a:xfrm>
            <a:custGeom>
              <a:rect b="b" l="l" r="r" t="t"/>
              <a:pathLst>
                <a:path extrusionOk="0" h="115794" w="97678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54" name="Google Shape;554;p15"/>
            <p:cNvGrpSpPr/>
            <p:nvPr/>
          </p:nvGrpSpPr>
          <p:grpSpPr>
            <a:xfrm rot="2700000">
              <a:off x="7787417" y="120497"/>
              <a:ext cx="582044" cy="582419"/>
              <a:chOff x="959750" y="3039275"/>
              <a:chExt cx="582050" cy="582425"/>
            </a:xfrm>
          </p:grpSpPr>
          <p:sp>
            <p:nvSpPr>
              <p:cNvPr id="555" name="Google Shape;555;p15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6" name="Google Shape;556;p15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7" name="Google Shape;557;p15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8" name="Google Shape;558;p15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9" name="Google Shape;559;p15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0" name="Google Shape;560;p15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1" name="Google Shape;561;p15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62" name="Google Shape;562;p15"/>
            <p:cNvGrpSpPr/>
            <p:nvPr/>
          </p:nvGrpSpPr>
          <p:grpSpPr>
            <a:xfrm rot="2700000">
              <a:off x="8310742" y="-75303"/>
              <a:ext cx="582044" cy="582419"/>
              <a:chOff x="959750" y="3039275"/>
              <a:chExt cx="582050" cy="582425"/>
            </a:xfrm>
          </p:grpSpPr>
          <p:sp>
            <p:nvSpPr>
              <p:cNvPr id="563" name="Google Shape;563;p15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4" name="Google Shape;564;p15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5" name="Google Shape;565;p15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6" name="Google Shape;566;p15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7" name="Google Shape;567;p15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8" name="Google Shape;568;p15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9" name="Google Shape;569;p15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70" name="Google Shape;570;p15"/>
            <p:cNvSpPr/>
            <p:nvPr/>
          </p:nvSpPr>
          <p:spPr>
            <a:xfrm rot="5400000">
              <a:off x="8142048" y="-575660"/>
              <a:ext cx="577450" cy="1974708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15"/>
            <p:cNvSpPr/>
            <p:nvPr/>
          </p:nvSpPr>
          <p:spPr>
            <a:xfrm rot="10800000">
              <a:off x="8365398" y="-290023"/>
              <a:ext cx="577450" cy="1974708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15"/>
            <p:cNvSpPr/>
            <p:nvPr/>
          </p:nvSpPr>
          <p:spPr>
            <a:xfrm rot="10800000">
              <a:off x="8490148" y="2"/>
              <a:ext cx="577450" cy="1974708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15"/>
            <p:cNvSpPr/>
            <p:nvPr/>
          </p:nvSpPr>
          <p:spPr>
            <a:xfrm flipH="1" rot="-2700000">
              <a:off x="3192849" y="-2898537"/>
              <a:ext cx="4006334" cy="4749375"/>
            </a:xfrm>
            <a:custGeom>
              <a:rect b="b" l="l" r="r" t="t"/>
              <a:pathLst>
                <a:path extrusionOk="0" h="115794" w="97678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4" name="Google Shape;574;p15"/>
          <p:cNvGrpSpPr/>
          <p:nvPr/>
        </p:nvGrpSpPr>
        <p:grpSpPr>
          <a:xfrm>
            <a:off x="-2424242" y="2074146"/>
            <a:ext cx="6274943" cy="6257753"/>
            <a:chOff x="-2447692" y="2022396"/>
            <a:chExt cx="6274943" cy="6257753"/>
          </a:xfrm>
        </p:grpSpPr>
        <p:grpSp>
          <p:nvGrpSpPr>
            <p:cNvPr id="575" name="Google Shape;575;p15"/>
            <p:cNvGrpSpPr/>
            <p:nvPr/>
          </p:nvGrpSpPr>
          <p:grpSpPr>
            <a:xfrm flipH="1" rot="10800000">
              <a:off x="-25334" y="4406387"/>
              <a:ext cx="1538562" cy="971589"/>
              <a:chOff x="-191059" y="95963"/>
              <a:chExt cx="1538562" cy="971589"/>
            </a:xfrm>
          </p:grpSpPr>
          <p:grpSp>
            <p:nvGrpSpPr>
              <p:cNvPr id="576" name="Google Shape;576;p15"/>
              <p:cNvGrpSpPr/>
              <p:nvPr/>
            </p:nvGrpSpPr>
            <p:grpSpPr>
              <a:xfrm>
                <a:off x="-191059" y="201619"/>
                <a:ext cx="904284" cy="865933"/>
                <a:chOff x="2038491" y="-937756"/>
                <a:chExt cx="904284" cy="865933"/>
              </a:xfrm>
            </p:grpSpPr>
            <p:grpSp>
              <p:nvGrpSpPr>
                <p:cNvPr id="577" name="Google Shape;577;p15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578" name="Google Shape;578;p15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79" name="Google Shape;579;p15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80" name="Google Shape;580;p15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81" name="Google Shape;581;p15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82" name="Google Shape;582;p15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583" name="Google Shape;583;p15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584" name="Google Shape;584;p15"/>
              <p:cNvGrpSpPr/>
              <p:nvPr/>
            </p:nvGrpSpPr>
            <p:grpSpPr>
              <a:xfrm>
                <a:off x="584533" y="95963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585" name="Google Shape;585;p15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586" name="Google Shape;586;p15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87" name="Google Shape;587;p15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88" name="Google Shape;588;p15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89" name="Google Shape;589;p15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90" name="Google Shape;590;p15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591" name="Google Shape;591;p15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592" name="Google Shape;592;p15"/>
              <p:cNvGrpSpPr/>
              <p:nvPr/>
            </p:nvGrpSpPr>
            <p:grpSpPr>
              <a:xfrm>
                <a:off x="530445" y="481913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593" name="Google Shape;593;p15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594" name="Google Shape;594;p15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95" name="Google Shape;595;p15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96" name="Google Shape;596;p15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97" name="Google Shape;597;p15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98" name="Google Shape;598;p15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599" name="Google Shape;599;p15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600" name="Google Shape;600;p15"/>
              <p:cNvGrpSpPr/>
              <p:nvPr/>
            </p:nvGrpSpPr>
            <p:grpSpPr>
              <a:xfrm>
                <a:off x="874020" y="312788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601" name="Google Shape;601;p15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602" name="Google Shape;602;p15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03" name="Google Shape;603;p15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04" name="Google Shape;604;p15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05" name="Google Shape;605;p15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06" name="Google Shape;606;p15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607" name="Google Shape;607;p15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608" name="Google Shape;608;p15"/>
            <p:cNvGrpSpPr/>
            <p:nvPr/>
          </p:nvGrpSpPr>
          <p:grpSpPr>
            <a:xfrm flipH="1" rot="-3320950">
              <a:off x="-1885521" y="3185658"/>
              <a:ext cx="4889863" cy="3931229"/>
              <a:chOff x="7103825" y="-713112"/>
              <a:chExt cx="3785226" cy="3043150"/>
            </a:xfrm>
          </p:grpSpPr>
          <p:sp>
            <p:nvSpPr>
              <p:cNvPr id="609" name="Google Shape;609;p15"/>
              <p:cNvSpPr/>
              <p:nvPr/>
            </p:nvSpPr>
            <p:spPr>
              <a:xfrm rot="-3600017">
                <a:off x="7761095" y="-21"/>
                <a:ext cx="2152450" cy="1864030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610" name="Google Shape;610;p15"/>
              <p:cNvPicPr preferRelativeResize="0"/>
              <p:nvPr/>
            </p:nvPicPr>
            <p:blipFill rotWithShape="1">
              <a:blip r:embed="rId2">
                <a:alphaModFix/>
              </a:blip>
              <a:srcRect b="17663" l="0" r="0" t="17657"/>
              <a:stretch/>
            </p:blipFill>
            <p:spPr>
              <a:xfrm>
                <a:off x="7103825" y="-713112"/>
                <a:ext cx="3785226" cy="28889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611" name="Google Shape;611;p15"/>
            <p:cNvSpPr/>
            <p:nvPr/>
          </p:nvSpPr>
          <p:spPr>
            <a:xfrm flipH="1" rot="-2700000">
              <a:off x="249333" y="3270782"/>
              <a:ext cx="2925242" cy="3057723"/>
            </a:xfrm>
            <a:custGeom>
              <a:rect b="b" l="l" r="r" t="t"/>
              <a:pathLst>
                <a:path extrusionOk="0" h="74550" w="7132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12" name="Google Shape;612;p15"/>
            <p:cNvGrpSpPr/>
            <p:nvPr/>
          </p:nvGrpSpPr>
          <p:grpSpPr>
            <a:xfrm rot="5400000">
              <a:off x="1987130" y="4230949"/>
              <a:ext cx="88142" cy="1137387"/>
              <a:chOff x="3054755" y="4367024"/>
              <a:chExt cx="88142" cy="1137387"/>
            </a:xfrm>
          </p:grpSpPr>
          <p:sp>
            <p:nvSpPr>
              <p:cNvPr id="613" name="Google Shape;613;p15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4" name="Google Shape;614;p15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0_1"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617" name="Google Shape;617;p16"/>
          <p:cNvGrpSpPr/>
          <p:nvPr/>
        </p:nvGrpSpPr>
        <p:grpSpPr>
          <a:xfrm>
            <a:off x="7810267" y="-622132"/>
            <a:ext cx="2587792" cy="2725916"/>
            <a:chOff x="7810267" y="-622132"/>
            <a:chExt cx="2587792" cy="2725916"/>
          </a:xfrm>
        </p:grpSpPr>
        <p:grpSp>
          <p:nvGrpSpPr>
            <p:cNvPr id="618" name="Google Shape;618;p16"/>
            <p:cNvGrpSpPr/>
            <p:nvPr/>
          </p:nvGrpSpPr>
          <p:grpSpPr>
            <a:xfrm>
              <a:off x="8520988" y="-90875"/>
              <a:ext cx="904666" cy="726121"/>
              <a:chOff x="7945225" y="4302000"/>
              <a:chExt cx="904666" cy="726121"/>
            </a:xfrm>
          </p:grpSpPr>
          <p:sp>
            <p:nvSpPr>
              <p:cNvPr id="619" name="Google Shape;619;p16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0" name="Google Shape;620;p16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1" name="Google Shape;621;p16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22" name="Google Shape;622;p16"/>
            <p:cNvGrpSpPr/>
            <p:nvPr/>
          </p:nvGrpSpPr>
          <p:grpSpPr>
            <a:xfrm>
              <a:off x="8869019" y="-622132"/>
              <a:ext cx="325154" cy="1788670"/>
              <a:chOff x="8869019" y="-622132"/>
              <a:chExt cx="325154" cy="1788670"/>
            </a:xfrm>
          </p:grpSpPr>
          <p:sp>
            <p:nvSpPr>
              <p:cNvPr id="623" name="Google Shape;623;p16"/>
              <p:cNvSpPr/>
              <p:nvPr/>
            </p:nvSpPr>
            <p:spPr>
              <a:xfrm rot="10800000">
                <a:off x="8869019" y="-622132"/>
                <a:ext cx="246869" cy="1703243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>
                      <a:alpha val="31360"/>
                    </a:schemeClr>
                  </a:gs>
                  <a:gs pos="100000">
                    <a:srgbClr val="FFFFFF">
                      <a:alpha val="0"/>
                      <a:alpha val="3136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624" name="Google Shape;624;p16"/>
              <p:cNvGrpSpPr/>
              <p:nvPr/>
            </p:nvGrpSpPr>
            <p:grpSpPr>
              <a:xfrm rot="1800062">
                <a:off x="9035610" y="1007995"/>
                <a:ext cx="134040" cy="134009"/>
                <a:chOff x="1101075" y="2142375"/>
                <a:chExt cx="439200" cy="439100"/>
              </a:xfrm>
            </p:grpSpPr>
            <p:sp>
              <p:nvSpPr>
                <p:cNvPr id="625" name="Google Shape;625;p16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26" name="Google Shape;626;p16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627" name="Google Shape;627;p16"/>
            <p:cNvSpPr/>
            <p:nvPr/>
          </p:nvSpPr>
          <p:spPr>
            <a:xfrm rot="2700000">
              <a:off x="8482428" y="-422541"/>
              <a:ext cx="981794" cy="2307832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16"/>
            <p:cNvSpPr/>
            <p:nvPr/>
          </p:nvSpPr>
          <p:spPr>
            <a:xfrm rot="2700000">
              <a:off x="8744103" y="-213191"/>
              <a:ext cx="981794" cy="2307832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29" name="Google Shape;629;p16"/>
          <p:cNvGrpSpPr/>
          <p:nvPr/>
        </p:nvGrpSpPr>
        <p:grpSpPr>
          <a:xfrm>
            <a:off x="8332551" y="-7"/>
            <a:ext cx="2386151" cy="3293873"/>
            <a:chOff x="8256351" y="-7"/>
            <a:chExt cx="2386151" cy="3293873"/>
          </a:xfrm>
        </p:grpSpPr>
        <p:pic>
          <p:nvPicPr>
            <p:cNvPr id="630" name="Google Shape;630;p16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 rot="5400000">
              <a:off x="7886227" y="537590"/>
              <a:ext cx="3126400" cy="238615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631" name="Google Shape;631;p16"/>
            <p:cNvGrpSpPr/>
            <p:nvPr/>
          </p:nvGrpSpPr>
          <p:grpSpPr>
            <a:xfrm rot="10800000">
              <a:off x="8452444" y="-7"/>
              <a:ext cx="325154" cy="1788670"/>
              <a:chOff x="8869019" y="-622132"/>
              <a:chExt cx="325154" cy="1788670"/>
            </a:xfrm>
          </p:grpSpPr>
          <p:sp>
            <p:nvSpPr>
              <p:cNvPr id="632" name="Google Shape;632;p16"/>
              <p:cNvSpPr/>
              <p:nvPr/>
            </p:nvSpPr>
            <p:spPr>
              <a:xfrm rot="10800000">
                <a:off x="8869019" y="-622132"/>
                <a:ext cx="246869" cy="1703243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31360"/>
                    </a:schemeClr>
                  </a:gs>
                  <a:gs pos="40000">
                    <a:srgbClr val="FF9900">
                      <a:alpha val="40784"/>
                      <a:alpha val="31360"/>
                    </a:srgbClr>
                  </a:gs>
                  <a:gs pos="100000">
                    <a:srgbClr val="FFFFFF">
                      <a:alpha val="0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633" name="Google Shape;633;p16"/>
              <p:cNvGrpSpPr/>
              <p:nvPr/>
            </p:nvGrpSpPr>
            <p:grpSpPr>
              <a:xfrm rot="1800062">
                <a:off x="9035610" y="1007995"/>
                <a:ext cx="134040" cy="134009"/>
                <a:chOff x="1101075" y="2142375"/>
                <a:chExt cx="439200" cy="439100"/>
              </a:xfrm>
            </p:grpSpPr>
            <p:sp>
              <p:nvSpPr>
                <p:cNvPr id="634" name="Google Shape;634;p16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35" name="Google Shape;635;p16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grpSp>
        <p:nvGrpSpPr>
          <p:cNvPr id="636" name="Google Shape;636;p16"/>
          <p:cNvGrpSpPr/>
          <p:nvPr/>
        </p:nvGrpSpPr>
        <p:grpSpPr>
          <a:xfrm>
            <a:off x="-213525" y="171225"/>
            <a:ext cx="439200" cy="439100"/>
            <a:chOff x="1101075" y="2142375"/>
            <a:chExt cx="439200" cy="439100"/>
          </a:xfrm>
        </p:grpSpPr>
        <p:sp>
          <p:nvSpPr>
            <p:cNvPr id="637" name="Google Shape;637;p16"/>
            <p:cNvSpPr/>
            <p:nvPr/>
          </p:nvSpPr>
          <p:spPr>
            <a:xfrm>
              <a:off x="1101075" y="2142375"/>
              <a:ext cx="439200" cy="439100"/>
            </a:xfrm>
            <a:custGeom>
              <a:rect b="b" l="l" r="r" t="t"/>
              <a:pathLst>
                <a:path extrusionOk="0" h="17564" w="17568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16"/>
            <p:cNvSpPr/>
            <p:nvPr/>
          </p:nvSpPr>
          <p:spPr>
            <a:xfrm>
              <a:off x="1189450" y="2242350"/>
              <a:ext cx="262850" cy="239700"/>
            </a:xfrm>
            <a:custGeom>
              <a:rect b="b" l="l" r="r" t="t"/>
              <a:pathLst>
                <a:path extrusionOk="0" h="9588" w="10514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39" name="Google Shape;639;p16"/>
          <p:cNvGrpSpPr/>
          <p:nvPr/>
        </p:nvGrpSpPr>
        <p:grpSpPr>
          <a:xfrm>
            <a:off x="-1262974" y="3161328"/>
            <a:ext cx="4822591" cy="2934500"/>
            <a:chOff x="-1186774" y="3161328"/>
            <a:chExt cx="4822591" cy="2934500"/>
          </a:xfrm>
        </p:grpSpPr>
        <p:pic>
          <p:nvPicPr>
            <p:cNvPr id="640" name="Google Shape;640;p16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 rot="5400000">
              <a:off x="-1534175" y="3508728"/>
              <a:ext cx="2934500" cy="22396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1" name="Google Shape;641;p16"/>
            <p:cNvSpPr/>
            <p:nvPr/>
          </p:nvSpPr>
          <p:spPr>
            <a:xfrm rot="-5400000">
              <a:off x="-184180" y="3596444"/>
              <a:ext cx="503090" cy="2327806"/>
            </a:xfrm>
            <a:custGeom>
              <a:rect b="b" l="l" r="r" t="t"/>
              <a:pathLst>
                <a:path extrusionOk="0" h="56755" w="12266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42" name="Google Shape;642;p16"/>
            <p:cNvGrpSpPr/>
            <p:nvPr/>
          </p:nvGrpSpPr>
          <p:grpSpPr>
            <a:xfrm>
              <a:off x="58899" y="4608583"/>
              <a:ext cx="604346" cy="657081"/>
              <a:chOff x="58899" y="4608583"/>
              <a:chExt cx="604346" cy="657081"/>
            </a:xfrm>
          </p:grpSpPr>
          <p:grpSp>
            <p:nvGrpSpPr>
              <p:cNvPr id="643" name="Google Shape;643;p16"/>
              <p:cNvGrpSpPr/>
              <p:nvPr/>
            </p:nvGrpSpPr>
            <p:grpSpPr>
              <a:xfrm rot="10800000">
                <a:off x="58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644" name="Google Shape;644;p16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5" name="Google Shape;645;p16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6" name="Google Shape;646;p16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7" name="Google Shape;647;p16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8" name="Google Shape;648;p16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9" name="Google Shape;649;p16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0" name="Google Shape;650;p16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651" name="Google Shape;651;p16"/>
              <p:cNvGrpSpPr/>
              <p:nvPr/>
            </p:nvGrpSpPr>
            <p:grpSpPr>
              <a:xfrm rot="10800000">
                <a:off x="334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652" name="Google Shape;652;p16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3" name="Google Shape;653;p16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4" name="Google Shape;654;p16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5" name="Google Shape;655;p16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6" name="Google Shape;656;p16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7" name="Google Shape;657;p16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8" name="Google Shape;658;p16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659" name="Google Shape;659;p16"/>
              <p:cNvGrpSpPr/>
              <p:nvPr/>
            </p:nvGrpSpPr>
            <p:grpSpPr>
              <a:xfrm rot="10800000">
                <a:off x="282574" y="4937133"/>
                <a:ext cx="328346" cy="328531"/>
                <a:chOff x="3678700" y="407275"/>
                <a:chExt cx="708100" cy="708500"/>
              </a:xfrm>
            </p:grpSpPr>
            <p:sp>
              <p:nvSpPr>
                <p:cNvPr id="660" name="Google Shape;660;p16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1" name="Google Shape;661;p16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2" name="Google Shape;662;p16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3" name="Google Shape;663;p16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4" name="Google Shape;664;p16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5" name="Google Shape;665;p16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6" name="Google Shape;666;p16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667" name="Google Shape;667;p16"/>
            <p:cNvGrpSpPr/>
            <p:nvPr/>
          </p:nvGrpSpPr>
          <p:grpSpPr>
            <a:xfrm>
              <a:off x="-923150" y="4796551"/>
              <a:ext cx="4558967" cy="134100"/>
              <a:chOff x="796100" y="3019701"/>
              <a:chExt cx="4558967" cy="134100"/>
            </a:xfrm>
          </p:grpSpPr>
          <p:sp>
            <p:nvSpPr>
              <p:cNvPr id="668" name="Google Shape;668;p16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669" name="Google Shape;669;p16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70" name="Google Shape;670;p16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0_1_1"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673" name="Google Shape;673;p17"/>
          <p:cNvGrpSpPr/>
          <p:nvPr/>
        </p:nvGrpSpPr>
        <p:grpSpPr>
          <a:xfrm>
            <a:off x="-2176650" y="-112745"/>
            <a:ext cx="4680670" cy="5935195"/>
            <a:chOff x="-2176650" y="-112745"/>
            <a:chExt cx="4680670" cy="5935195"/>
          </a:xfrm>
        </p:grpSpPr>
        <p:grpSp>
          <p:nvGrpSpPr>
            <p:cNvPr id="674" name="Google Shape;674;p17"/>
            <p:cNvGrpSpPr/>
            <p:nvPr/>
          </p:nvGrpSpPr>
          <p:grpSpPr>
            <a:xfrm>
              <a:off x="-2176650" y="-112745"/>
              <a:ext cx="4680670" cy="5935195"/>
              <a:chOff x="-2176650" y="-112745"/>
              <a:chExt cx="4680670" cy="5935195"/>
            </a:xfrm>
          </p:grpSpPr>
          <p:sp>
            <p:nvSpPr>
              <p:cNvPr id="675" name="Google Shape;675;p17"/>
              <p:cNvSpPr/>
              <p:nvPr/>
            </p:nvSpPr>
            <p:spPr>
              <a:xfrm rot="-2700000">
                <a:off x="-1523974" y="2178291"/>
                <a:ext cx="2925242" cy="3057723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676" name="Google Shape;676;p17"/>
              <p:cNvGrpSpPr/>
              <p:nvPr/>
            </p:nvGrpSpPr>
            <p:grpSpPr>
              <a:xfrm rot="-2700000">
                <a:off x="10491" y="4440580"/>
                <a:ext cx="582044" cy="582419"/>
                <a:chOff x="959750" y="3039275"/>
                <a:chExt cx="582050" cy="582425"/>
              </a:xfrm>
            </p:grpSpPr>
            <p:sp>
              <p:nvSpPr>
                <p:cNvPr id="677" name="Google Shape;677;p17"/>
                <p:cNvSpPr/>
                <p:nvPr/>
              </p:nvSpPr>
              <p:spPr>
                <a:xfrm>
                  <a:off x="959750" y="3498275"/>
                  <a:ext cx="123450" cy="123425"/>
                </a:xfrm>
                <a:custGeom>
                  <a:rect b="b" l="l" r="r" t="t"/>
                  <a:pathLst>
                    <a:path extrusionOk="0" h="4937" w="4938">
                      <a:moveTo>
                        <a:pt x="1403" y="0"/>
                      </a:moveTo>
                      <a:lnTo>
                        <a:pt x="1" y="1402"/>
                      </a:lnTo>
                      <a:lnTo>
                        <a:pt x="3536" y="4937"/>
                      </a:lnTo>
                      <a:lnTo>
                        <a:pt x="4937" y="3535"/>
                      </a:lnTo>
                      <a:lnTo>
                        <a:pt x="140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78" name="Google Shape;678;p17"/>
                <p:cNvSpPr/>
                <p:nvPr/>
              </p:nvSpPr>
              <p:spPr>
                <a:xfrm>
                  <a:off x="1035950" y="3421700"/>
                  <a:ext cx="123425" cy="123825"/>
                </a:xfrm>
                <a:custGeom>
                  <a:rect b="b" l="l" r="r" t="t"/>
                  <a:pathLst>
                    <a:path extrusionOk="0" h="4953" w="4937">
                      <a:moveTo>
                        <a:pt x="1402" y="1"/>
                      </a:moveTo>
                      <a:lnTo>
                        <a:pt x="0" y="1403"/>
                      </a:lnTo>
                      <a:lnTo>
                        <a:pt x="3535" y="4952"/>
                      </a:lnTo>
                      <a:lnTo>
                        <a:pt x="4937" y="3551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79" name="Google Shape;679;p17"/>
                <p:cNvSpPr/>
                <p:nvPr/>
              </p:nvSpPr>
              <p:spPr>
                <a:xfrm>
                  <a:off x="1112500" y="3345525"/>
                  <a:ext cx="123825" cy="123450"/>
                </a:xfrm>
                <a:custGeom>
                  <a:rect b="b" l="l" r="r" t="t"/>
                  <a:pathLst>
                    <a:path extrusionOk="0" h="4938" w="4953">
                      <a:moveTo>
                        <a:pt x="1402" y="1"/>
                      </a:moveTo>
                      <a:lnTo>
                        <a:pt x="1" y="1402"/>
                      </a:lnTo>
                      <a:lnTo>
                        <a:pt x="3551" y="4937"/>
                      </a:lnTo>
                      <a:lnTo>
                        <a:pt x="4952" y="3535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0" name="Google Shape;680;p17"/>
                <p:cNvSpPr/>
                <p:nvPr/>
              </p:nvSpPr>
              <p:spPr>
                <a:xfrm>
                  <a:off x="1188675" y="3268975"/>
                  <a:ext cx="123825" cy="123425"/>
                </a:xfrm>
                <a:custGeom>
                  <a:rect b="b" l="l" r="r" t="t"/>
                  <a:pathLst>
                    <a:path extrusionOk="0" h="4937" w="4953">
                      <a:moveTo>
                        <a:pt x="1402" y="0"/>
                      </a:moveTo>
                      <a:lnTo>
                        <a:pt x="1" y="1402"/>
                      </a:lnTo>
                      <a:lnTo>
                        <a:pt x="3551" y="4937"/>
                      </a:lnTo>
                      <a:lnTo>
                        <a:pt x="4952" y="3550"/>
                      </a:lnTo>
                      <a:lnTo>
                        <a:pt x="140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1" name="Google Shape;681;p17"/>
                <p:cNvSpPr/>
                <p:nvPr/>
              </p:nvSpPr>
              <p:spPr>
                <a:xfrm>
                  <a:off x="1265625" y="3192800"/>
                  <a:ext cx="123425" cy="123425"/>
                </a:xfrm>
                <a:custGeom>
                  <a:rect b="b" l="l" r="r" t="t"/>
                  <a:pathLst>
                    <a:path extrusionOk="0" h="4937" w="4937">
                      <a:moveTo>
                        <a:pt x="1402" y="0"/>
                      </a:moveTo>
                      <a:lnTo>
                        <a:pt x="0" y="1386"/>
                      </a:lnTo>
                      <a:lnTo>
                        <a:pt x="3535" y="4936"/>
                      </a:lnTo>
                      <a:lnTo>
                        <a:pt x="4937" y="3535"/>
                      </a:lnTo>
                      <a:lnTo>
                        <a:pt x="140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2" name="Google Shape;682;p17"/>
                <p:cNvSpPr/>
                <p:nvPr/>
              </p:nvSpPr>
              <p:spPr>
                <a:xfrm>
                  <a:off x="1341800" y="3116225"/>
                  <a:ext cx="123450" cy="123450"/>
                </a:xfrm>
                <a:custGeom>
                  <a:rect b="b" l="l" r="r" t="t"/>
                  <a:pathLst>
                    <a:path extrusionOk="0" h="4938" w="4938">
                      <a:moveTo>
                        <a:pt x="1402" y="1"/>
                      </a:moveTo>
                      <a:lnTo>
                        <a:pt x="1" y="1402"/>
                      </a:lnTo>
                      <a:lnTo>
                        <a:pt x="3535" y="4937"/>
                      </a:lnTo>
                      <a:lnTo>
                        <a:pt x="4937" y="3535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3" name="Google Shape;683;p17"/>
                <p:cNvSpPr/>
                <p:nvPr/>
              </p:nvSpPr>
              <p:spPr>
                <a:xfrm>
                  <a:off x="1418375" y="3039275"/>
                  <a:ext cx="123425" cy="123825"/>
                </a:xfrm>
                <a:custGeom>
                  <a:rect b="b" l="l" r="r" t="t"/>
                  <a:pathLst>
                    <a:path extrusionOk="0" h="4953" w="4937">
                      <a:moveTo>
                        <a:pt x="1387" y="1"/>
                      </a:moveTo>
                      <a:lnTo>
                        <a:pt x="0" y="1403"/>
                      </a:lnTo>
                      <a:lnTo>
                        <a:pt x="3535" y="4953"/>
                      </a:lnTo>
                      <a:lnTo>
                        <a:pt x="4936" y="3551"/>
                      </a:lnTo>
                      <a:lnTo>
                        <a:pt x="1387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684" name="Google Shape;684;p17"/>
              <p:cNvGrpSpPr/>
              <p:nvPr/>
            </p:nvGrpSpPr>
            <p:grpSpPr>
              <a:xfrm rot="-2700000">
                <a:off x="-183259" y="2704590"/>
                <a:ext cx="582044" cy="582419"/>
                <a:chOff x="959750" y="3039275"/>
                <a:chExt cx="582050" cy="582425"/>
              </a:xfrm>
            </p:grpSpPr>
            <p:sp>
              <p:nvSpPr>
                <p:cNvPr id="685" name="Google Shape;685;p17"/>
                <p:cNvSpPr/>
                <p:nvPr/>
              </p:nvSpPr>
              <p:spPr>
                <a:xfrm>
                  <a:off x="959750" y="3498275"/>
                  <a:ext cx="123450" cy="123425"/>
                </a:xfrm>
                <a:custGeom>
                  <a:rect b="b" l="l" r="r" t="t"/>
                  <a:pathLst>
                    <a:path extrusionOk="0" h="4937" w="4938">
                      <a:moveTo>
                        <a:pt x="1403" y="0"/>
                      </a:moveTo>
                      <a:lnTo>
                        <a:pt x="1" y="1402"/>
                      </a:lnTo>
                      <a:lnTo>
                        <a:pt x="3536" y="4937"/>
                      </a:lnTo>
                      <a:lnTo>
                        <a:pt x="4937" y="3535"/>
                      </a:lnTo>
                      <a:lnTo>
                        <a:pt x="140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6" name="Google Shape;686;p17"/>
                <p:cNvSpPr/>
                <p:nvPr/>
              </p:nvSpPr>
              <p:spPr>
                <a:xfrm>
                  <a:off x="1035950" y="3421700"/>
                  <a:ext cx="123425" cy="123825"/>
                </a:xfrm>
                <a:custGeom>
                  <a:rect b="b" l="l" r="r" t="t"/>
                  <a:pathLst>
                    <a:path extrusionOk="0" h="4953" w="4937">
                      <a:moveTo>
                        <a:pt x="1402" y="1"/>
                      </a:moveTo>
                      <a:lnTo>
                        <a:pt x="0" y="1403"/>
                      </a:lnTo>
                      <a:lnTo>
                        <a:pt x="3535" y="4952"/>
                      </a:lnTo>
                      <a:lnTo>
                        <a:pt x="4937" y="3551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7" name="Google Shape;687;p17"/>
                <p:cNvSpPr/>
                <p:nvPr/>
              </p:nvSpPr>
              <p:spPr>
                <a:xfrm>
                  <a:off x="1112500" y="3345525"/>
                  <a:ext cx="123825" cy="123450"/>
                </a:xfrm>
                <a:custGeom>
                  <a:rect b="b" l="l" r="r" t="t"/>
                  <a:pathLst>
                    <a:path extrusionOk="0" h="4938" w="4953">
                      <a:moveTo>
                        <a:pt x="1402" y="1"/>
                      </a:moveTo>
                      <a:lnTo>
                        <a:pt x="1" y="1402"/>
                      </a:lnTo>
                      <a:lnTo>
                        <a:pt x="3551" y="4937"/>
                      </a:lnTo>
                      <a:lnTo>
                        <a:pt x="4952" y="3535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8" name="Google Shape;688;p17"/>
                <p:cNvSpPr/>
                <p:nvPr/>
              </p:nvSpPr>
              <p:spPr>
                <a:xfrm>
                  <a:off x="1188675" y="3268975"/>
                  <a:ext cx="123825" cy="123425"/>
                </a:xfrm>
                <a:custGeom>
                  <a:rect b="b" l="l" r="r" t="t"/>
                  <a:pathLst>
                    <a:path extrusionOk="0" h="4937" w="4953">
                      <a:moveTo>
                        <a:pt x="1402" y="0"/>
                      </a:moveTo>
                      <a:lnTo>
                        <a:pt x="1" y="1402"/>
                      </a:lnTo>
                      <a:lnTo>
                        <a:pt x="3551" y="4937"/>
                      </a:lnTo>
                      <a:lnTo>
                        <a:pt x="4952" y="3550"/>
                      </a:lnTo>
                      <a:lnTo>
                        <a:pt x="140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9" name="Google Shape;689;p17"/>
                <p:cNvSpPr/>
                <p:nvPr/>
              </p:nvSpPr>
              <p:spPr>
                <a:xfrm>
                  <a:off x="1265625" y="3192800"/>
                  <a:ext cx="123425" cy="123425"/>
                </a:xfrm>
                <a:custGeom>
                  <a:rect b="b" l="l" r="r" t="t"/>
                  <a:pathLst>
                    <a:path extrusionOk="0" h="4937" w="4937">
                      <a:moveTo>
                        <a:pt x="1402" y="0"/>
                      </a:moveTo>
                      <a:lnTo>
                        <a:pt x="0" y="1386"/>
                      </a:lnTo>
                      <a:lnTo>
                        <a:pt x="3535" y="4936"/>
                      </a:lnTo>
                      <a:lnTo>
                        <a:pt x="4937" y="3535"/>
                      </a:lnTo>
                      <a:lnTo>
                        <a:pt x="140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0" name="Google Shape;690;p17"/>
                <p:cNvSpPr/>
                <p:nvPr/>
              </p:nvSpPr>
              <p:spPr>
                <a:xfrm>
                  <a:off x="1341800" y="3116225"/>
                  <a:ext cx="123450" cy="123450"/>
                </a:xfrm>
                <a:custGeom>
                  <a:rect b="b" l="l" r="r" t="t"/>
                  <a:pathLst>
                    <a:path extrusionOk="0" h="4938" w="4938">
                      <a:moveTo>
                        <a:pt x="1402" y="1"/>
                      </a:moveTo>
                      <a:lnTo>
                        <a:pt x="1" y="1402"/>
                      </a:lnTo>
                      <a:lnTo>
                        <a:pt x="3535" y="4937"/>
                      </a:lnTo>
                      <a:lnTo>
                        <a:pt x="4937" y="3535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1" name="Google Shape;691;p17"/>
                <p:cNvSpPr/>
                <p:nvPr/>
              </p:nvSpPr>
              <p:spPr>
                <a:xfrm>
                  <a:off x="1418375" y="3039275"/>
                  <a:ext cx="123425" cy="123825"/>
                </a:xfrm>
                <a:custGeom>
                  <a:rect b="b" l="l" r="r" t="t"/>
                  <a:pathLst>
                    <a:path extrusionOk="0" h="4953" w="4937">
                      <a:moveTo>
                        <a:pt x="1387" y="1"/>
                      </a:moveTo>
                      <a:lnTo>
                        <a:pt x="0" y="1403"/>
                      </a:lnTo>
                      <a:lnTo>
                        <a:pt x="3535" y="4953"/>
                      </a:lnTo>
                      <a:lnTo>
                        <a:pt x="4936" y="3551"/>
                      </a:lnTo>
                      <a:lnTo>
                        <a:pt x="1387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692" name="Google Shape;692;p17"/>
              <p:cNvSpPr/>
              <p:nvPr/>
            </p:nvSpPr>
            <p:spPr>
              <a:xfrm flipH="1" rot="2700000">
                <a:off x="-1073899" y="473691"/>
                <a:ext cx="2925242" cy="3057723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93" name="Google Shape;693;p17"/>
            <p:cNvGrpSpPr/>
            <p:nvPr/>
          </p:nvGrpSpPr>
          <p:grpSpPr>
            <a:xfrm>
              <a:off x="-234425" y="3727550"/>
              <a:ext cx="439200" cy="439100"/>
              <a:chOff x="1101075" y="2142375"/>
              <a:chExt cx="439200" cy="439100"/>
            </a:xfrm>
          </p:grpSpPr>
          <p:sp>
            <p:nvSpPr>
              <p:cNvPr id="694" name="Google Shape;694;p1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5" name="Google Shape;695;p1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96" name="Google Shape;696;p17"/>
            <p:cNvGrpSpPr/>
            <p:nvPr/>
          </p:nvGrpSpPr>
          <p:grpSpPr>
            <a:xfrm rot="10800000">
              <a:off x="713225" y="4931225"/>
              <a:ext cx="439200" cy="439100"/>
              <a:chOff x="1101075" y="2142375"/>
              <a:chExt cx="439200" cy="439100"/>
            </a:xfrm>
          </p:grpSpPr>
          <p:sp>
            <p:nvSpPr>
              <p:cNvPr id="697" name="Google Shape;697;p1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8" name="Google Shape;698;p1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99" name="Google Shape;699;p17"/>
          <p:cNvGrpSpPr/>
          <p:nvPr/>
        </p:nvGrpSpPr>
        <p:grpSpPr>
          <a:xfrm>
            <a:off x="6642300" y="-415701"/>
            <a:ext cx="4558967" cy="1887075"/>
            <a:chOff x="6566100" y="-415701"/>
            <a:chExt cx="4558967" cy="1887075"/>
          </a:xfrm>
        </p:grpSpPr>
        <p:pic>
          <p:nvPicPr>
            <p:cNvPr id="700" name="Google Shape;700;p17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>
              <a:off x="8278550" y="-39237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701" name="Google Shape;701;p17"/>
            <p:cNvGrpSpPr/>
            <p:nvPr/>
          </p:nvGrpSpPr>
          <p:grpSpPr>
            <a:xfrm rot="5400000">
              <a:off x="7714062" y="-991384"/>
              <a:ext cx="1433417" cy="2584783"/>
              <a:chOff x="-363163" y="-645596"/>
              <a:chExt cx="1433417" cy="2584783"/>
            </a:xfrm>
          </p:grpSpPr>
          <p:grpSp>
            <p:nvGrpSpPr>
              <p:cNvPr id="702" name="Google Shape;702;p17"/>
              <p:cNvGrpSpPr/>
              <p:nvPr/>
            </p:nvGrpSpPr>
            <p:grpSpPr>
              <a:xfrm rot="10800000">
                <a:off x="-64595" y="-645596"/>
                <a:ext cx="1134849" cy="2370191"/>
                <a:chOff x="-575575" y="3685599"/>
                <a:chExt cx="1421048" cy="2967932"/>
              </a:xfrm>
            </p:grpSpPr>
            <p:sp>
              <p:nvSpPr>
                <p:cNvPr id="703" name="Google Shape;703;p17"/>
                <p:cNvSpPr/>
                <p:nvPr/>
              </p:nvSpPr>
              <p:spPr>
                <a:xfrm>
                  <a:off x="-575575" y="3685599"/>
                  <a:ext cx="1421047" cy="2833357"/>
                </a:xfrm>
                <a:custGeom>
                  <a:rect b="b" l="l" r="r" t="t"/>
                  <a:pathLst>
                    <a:path extrusionOk="0" h="69081" w="34647">
                      <a:moveTo>
                        <a:pt x="34434" y="1"/>
                      </a:moveTo>
                      <a:lnTo>
                        <a:pt x="25429" y="8990"/>
                      </a:lnTo>
                      <a:lnTo>
                        <a:pt x="25383" y="9051"/>
                      </a:lnTo>
                      <a:lnTo>
                        <a:pt x="25383" y="32651"/>
                      </a:lnTo>
                      <a:lnTo>
                        <a:pt x="15130" y="42920"/>
                      </a:lnTo>
                      <a:lnTo>
                        <a:pt x="15084" y="42951"/>
                      </a:lnTo>
                      <a:lnTo>
                        <a:pt x="15084" y="60472"/>
                      </a:lnTo>
                      <a:lnTo>
                        <a:pt x="9614" y="65957"/>
                      </a:lnTo>
                      <a:lnTo>
                        <a:pt x="0" y="65957"/>
                      </a:lnTo>
                      <a:lnTo>
                        <a:pt x="0" y="69080"/>
                      </a:lnTo>
                      <a:lnTo>
                        <a:pt x="320" y="69080"/>
                      </a:lnTo>
                      <a:lnTo>
                        <a:pt x="320" y="66262"/>
                      </a:lnTo>
                      <a:lnTo>
                        <a:pt x="9751" y="66262"/>
                      </a:lnTo>
                      <a:lnTo>
                        <a:pt x="15389" y="60609"/>
                      </a:lnTo>
                      <a:lnTo>
                        <a:pt x="15389" y="43088"/>
                      </a:lnTo>
                      <a:lnTo>
                        <a:pt x="25658" y="32819"/>
                      </a:lnTo>
                      <a:lnTo>
                        <a:pt x="25688" y="32788"/>
                      </a:lnTo>
                      <a:lnTo>
                        <a:pt x="25688" y="9188"/>
                      </a:lnTo>
                      <a:lnTo>
                        <a:pt x="34647" y="214"/>
                      </a:lnTo>
                      <a:lnTo>
                        <a:pt x="34434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4" name="Google Shape;704;p17"/>
                <p:cNvSpPr/>
                <p:nvPr/>
              </p:nvSpPr>
              <p:spPr>
                <a:xfrm rot="10800000">
                  <a:off x="-575573" y="3820175"/>
                  <a:ext cx="1421047" cy="2833357"/>
                </a:xfrm>
                <a:custGeom>
                  <a:rect b="b" l="l" r="r" t="t"/>
                  <a:pathLst>
                    <a:path extrusionOk="0" h="69081" w="34647">
                      <a:moveTo>
                        <a:pt x="34434" y="1"/>
                      </a:moveTo>
                      <a:lnTo>
                        <a:pt x="25429" y="8990"/>
                      </a:lnTo>
                      <a:lnTo>
                        <a:pt x="25383" y="9051"/>
                      </a:lnTo>
                      <a:lnTo>
                        <a:pt x="25383" y="32651"/>
                      </a:lnTo>
                      <a:lnTo>
                        <a:pt x="15130" y="42920"/>
                      </a:lnTo>
                      <a:lnTo>
                        <a:pt x="15084" y="42951"/>
                      </a:lnTo>
                      <a:lnTo>
                        <a:pt x="15084" y="60472"/>
                      </a:lnTo>
                      <a:lnTo>
                        <a:pt x="9614" y="65957"/>
                      </a:lnTo>
                      <a:lnTo>
                        <a:pt x="0" y="65957"/>
                      </a:lnTo>
                      <a:lnTo>
                        <a:pt x="0" y="69080"/>
                      </a:lnTo>
                      <a:lnTo>
                        <a:pt x="320" y="69080"/>
                      </a:lnTo>
                      <a:lnTo>
                        <a:pt x="320" y="66262"/>
                      </a:lnTo>
                      <a:lnTo>
                        <a:pt x="9751" y="66262"/>
                      </a:lnTo>
                      <a:lnTo>
                        <a:pt x="15389" y="60609"/>
                      </a:lnTo>
                      <a:lnTo>
                        <a:pt x="15389" y="43088"/>
                      </a:lnTo>
                      <a:lnTo>
                        <a:pt x="25658" y="32819"/>
                      </a:lnTo>
                      <a:lnTo>
                        <a:pt x="25688" y="32788"/>
                      </a:lnTo>
                      <a:lnTo>
                        <a:pt x="25688" y="9188"/>
                      </a:lnTo>
                      <a:lnTo>
                        <a:pt x="34647" y="214"/>
                      </a:lnTo>
                      <a:lnTo>
                        <a:pt x="34434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705" name="Google Shape;705;p17"/>
              <p:cNvSpPr/>
              <p:nvPr/>
            </p:nvSpPr>
            <p:spPr>
              <a:xfrm>
                <a:off x="0" y="361650"/>
                <a:ext cx="581991" cy="575861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6" name="Google Shape;706;p17"/>
              <p:cNvSpPr/>
              <p:nvPr/>
            </p:nvSpPr>
            <p:spPr>
              <a:xfrm>
                <a:off x="131225" y="0"/>
                <a:ext cx="581991" cy="575861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707" name="Google Shape;707;p17"/>
              <p:cNvGrpSpPr/>
              <p:nvPr/>
            </p:nvGrpSpPr>
            <p:grpSpPr>
              <a:xfrm flipH="1" rot="-2700000">
                <a:off x="-216370" y="1084101"/>
                <a:ext cx="708093" cy="708493"/>
                <a:chOff x="3678700" y="407275"/>
                <a:chExt cx="708100" cy="708500"/>
              </a:xfrm>
            </p:grpSpPr>
            <p:sp>
              <p:nvSpPr>
                <p:cNvPr id="708" name="Google Shape;708;p17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9" name="Google Shape;709;p17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0" name="Google Shape;710;p17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1" name="Google Shape;711;p17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2" name="Google Shape;712;p17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3" name="Google Shape;713;p17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4" name="Google Shape;714;p17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715" name="Google Shape;715;p17"/>
            <p:cNvGrpSpPr/>
            <p:nvPr/>
          </p:nvGrpSpPr>
          <p:grpSpPr>
            <a:xfrm rot="10800000">
              <a:off x="6566100" y="233963"/>
              <a:ext cx="4558967" cy="134100"/>
              <a:chOff x="796100" y="3019701"/>
              <a:chExt cx="4558967" cy="134100"/>
            </a:xfrm>
          </p:grpSpPr>
          <p:sp>
            <p:nvSpPr>
              <p:cNvPr id="716" name="Google Shape;716;p17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717" name="Google Shape;717;p17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18" name="Google Shape;718;p17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CUSTOM_10_1_1_1"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0" name="Google Shape;720;p18"/>
          <p:cNvGrpSpPr/>
          <p:nvPr/>
        </p:nvGrpSpPr>
        <p:grpSpPr>
          <a:xfrm>
            <a:off x="5404975" y="2221118"/>
            <a:ext cx="4263000" cy="3617400"/>
            <a:chOff x="5328775" y="2221118"/>
            <a:chExt cx="4263000" cy="3617400"/>
          </a:xfrm>
        </p:grpSpPr>
        <p:sp>
          <p:nvSpPr>
            <p:cNvPr id="721" name="Google Shape;721;p18"/>
            <p:cNvSpPr/>
            <p:nvPr/>
          </p:nvSpPr>
          <p:spPr>
            <a:xfrm>
              <a:off x="5328775" y="2221118"/>
              <a:ext cx="4263000" cy="3617400"/>
            </a:xfrm>
            <a:prstGeom prst="ellipse">
              <a:avLst/>
            </a:pr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22" name="Google Shape;722;p18"/>
            <p:cNvGrpSpPr/>
            <p:nvPr/>
          </p:nvGrpSpPr>
          <p:grpSpPr>
            <a:xfrm>
              <a:off x="7218100" y="4855088"/>
              <a:ext cx="931125" cy="525763"/>
              <a:chOff x="7218100" y="4855088"/>
              <a:chExt cx="931125" cy="525763"/>
            </a:xfrm>
          </p:grpSpPr>
          <p:grpSp>
            <p:nvGrpSpPr>
              <p:cNvPr id="723" name="Google Shape;723;p18"/>
              <p:cNvGrpSpPr/>
              <p:nvPr/>
            </p:nvGrpSpPr>
            <p:grpSpPr>
              <a:xfrm>
                <a:off x="7710025" y="4941750"/>
                <a:ext cx="439200" cy="439100"/>
                <a:chOff x="1101075" y="2142375"/>
                <a:chExt cx="439200" cy="439100"/>
              </a:xfrm>
            </p:grpSpPr>
            <p:sp>
              <p:nvSpPr>
                <p:cNvPr id="724" name="Google Shape;724;p18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5" name="Google Shape;725;p18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726" name="Google Shape;726;p18"/>
              <p:cNvGrpSpPr/>
              <p:nvPr/>
            </p:nvGrpSpPr>
            <p:grpSpPr>
              <a:xfrm>
                <a:off x="7218100" y="4855088"/>
                <a:ext cx="439200" cy="439100"/>
                <a:chOff x="1101075" y="2142375"/>
                <a:chExt cx="439200" cy="439100"/>
              </a:xfrm>
            </p:grpSpPr>
            <p:sp>
              <p:nvSpPr>
                <p:cNvPr id="727" name="Google Shape;727;p18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8" name="Google Shape;728;p18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729" name="Google Shape;729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30" name="Google Shape;730;p18"/>
          <p:cNvGrpSpPr/>
          <p:nvPr/>
        </p:nvGrpSpPr>
        <p:grpSpPr>
          <a:xfrm>
            <a:off x="-2175000" y="3012192"/>
            <a:ext cx="3701086" cy="3345172"/>
            <a:chOff x="-1886500" y="2599117"/>
            <a:chExt cx="3701086" cy="3345172"/>
          </a:xfrm>
        </p:grpSpPr>
        <p:pic>
          <p:nvPicPr>
            <p:cNvPr id="731" name="Google Shape;731;p18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 rot="10800000">
              <a:off x="-1886500" y="3119537"/>
              <a:ext cx="3701086" cy="28247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32" name="Google Shape;732;p18"/>
            <p:cNvSpPr/>
            <p:nvPr/>
          </p:nvSpPr>
          <p:spPr>
            <a:xfrm rot="10800000">
              <a:off x="-402274" y="2599117"/>
              <a:ext cx="1201697" cy="2824744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18"/>
            <p:cNvSpPr/>
            <p:nvPr/>
          </p:nvSpPr>
          <p:spPr>
            <a:xfrm rot="10800000">
              <a:off x="-207237" y="2599870"/>
              <a:ext cx="1201697" cy="2824744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25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34" name="Google Shape;734;p18"/>
            <p:cNvGrpSpPr/>
            <p:nvPr/>
          </p:nvGrpSpPr>
          <p:grpSpPr>
            <a:xfrm rot="10800000">
              <a:off x="-37979" y="5013439"/>
              <a:ext cx="134004" cy="134004"/>
              <a:chOff x="8356813" y="1074288"/>
              <a:chExt cx="351900" cy="351900"/>
            </a:xfrm>
          </p:grpSpPr>
          <p:sp>
            <p:nvSpPr>
              <p:cNvPr id="735" name="Google Shape;735;p18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6" name="Google Shape;736;p18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37" name="Google Shape;737;p18"/>
            <p:cNvGrpSpPr/>
            <p:nvPr/>
          </p:nvGrpSpPr>
          <p:grpSpPr>
            <a:xfrm rot="10800000">
              <a:off x="447446" y="4173589"/>
              <a:ext cx="134004" cy="134004"/>
              <a:chOff x="8356813" y="1074288"/>
              <a:chExt cx="351900" cy="351900"/>
            </a:xfrm>
          </p:grpSpPr>
          <p:sp>
            <p:nvSpPr>
              <p:cNvPr id="738" name="Google Shape;738;p18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9" name="Google Shape;739;p18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40" name="Google Shape;740;p18"/>
            <p:cNvGrpSpPr/>
            <p:nvPr/>
          </p:nvGrpSpPr>
          <p:grpSpPr>
            <a:xfrm rot="10800000">
              <a:off x="539621" y="2985514"/>
              <a:ext cx="134004" cy="134004"/>
              <a:chOff x="8356813" y="1074288"/>
              <a:chExt cx="351900" cy="351900"/>
            </a:xfrm>
          </p:grpSpPr>
          <p:sp>
            <p:nvSpPr>
              <p:cNvPr id="741" name="Google Shape;741;p18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2" name="Google Shape;742;p18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743" name="Google Shape;743;p18"/>
          <p:cNvGrpSpPr/>
          <p:nvPr/>
        </p:nvGrpSpPr>
        <p:grpSpPr>
          <a:xfrm>
            <a:off x="5928900" y="-249669"/>
            <a:ext cx="5688165" cy="3493826"/>
            <a:chOff x="5852700" y="-249669"/>
            <a:chExt cx="5688165" cy="3493826"/>
          </a:xfrm>
        </p:grpSpPr>
        <p:grpSp>
          <p:nvGrpSpPr>
            <p:cNvPr id="744" name="Google Shape;744;p18"/>
            <p:cNvGrpSpPr/>
            <p:nvPr/>
          </p:nvGrpSpPr>
          <p:grpSpPr>
            <a:xfrm>
              <a:off x="8783705" y="1899359"/>
              <a:ext cx="402160" cy="1344798"/>
              <a:chOff x="8668555" y="1976884"/>
              <a:chExt cx="402160" cy="1344798"/>
            </a:xfrm>
          </p:grpSpPr>
          <p:sp>
            <p:nvSpPr>
              <p:cNvPr id="745" name="Google Shape;745;p18"/>
              <p:cNvSpPr/>
              <p:nvPr/>
            </p:nvSpPr>
            <p:spPr>
              <a:xfrm flipH="1">
                <a:off x="8823846" y="209496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6" name="Google Shape;746;p18"/>
              <p:cNvSpPr/>
              <p:nvPr/>
            </p:nvSpPr>
            <p:spPr>
              <a:xfrm flipH="1">
                <a:off x="8668555" y="197688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47" name="Google Shape;747;p18"/>
            <p:cNvGrpSpPr/>
            <p:nvPr/>
          </p:nvGrpSpPr>
          <p:grpSpPr>
            <a:xfrm>
              <a:off x="8598675" y="1421188"/>
              <a:ext cx="904666" cy="726121"/>
              <a:chOff x="7945225" y="4302000"/>
              <a:chExt cx="904666" cy="726121"/>
            </a:xfrm>
          </p:grpSpPr>
          <p:sp>
            <p:nvSpPr>
              <p:cNvPr id="748" name="Google Shape;748;p18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9" name="Google Shape;749;p18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0" name="Google Shape;750;p18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51" name="Google Shape;751;p18"/>
            <p:cNvGrpSpPr/>
            <p:nvPr/>
          </p:nvGrpSpPr>
          <p:grpSpPr>
            <a:xfrm flipH="1" rot="10800000">
              <a:off x="7579756" y="-249669"/>
              <a:ext cx="2601921" cy="2438355"/>
              <a:chOff x="7340128" y="2866613"/>
              <a:chExt cx="2439225" cy="2438355"/>
            </a:xfrm>
          </p:grpSpPr>
          <p:sp>
            <p:nvSpPr>
              <p:cNvPr id="752" name="Google Shape;752;p18"/>
              <p:cNvSpPr/>
              <p:nvPr/>
            </p:nvSpPr>
            <p:spPr>
              <a:xfrm flipH="1" rot="2700000">
                <a:off x="8012290" y="2875755"/>
                <a:ext cx="981794" cy="230783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3" name="Google Shape;753;p18"/>
              <p:cNvSpPr/>
              <p:nvPr/>
            </p:nvSpPr>
            <p:spPr>
              <a:xfrm flipH="1" rot="2700000">
                <a:off x="8125398" y="2987994"/>
                <a:ext cx="981794" cy="230783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754" name="Google Shape;754;p18"/>
            <p:cNvSpPr/>
            <p:nvPr/>
          </p:nvSpPr>
          <p:spPr>
            <a:xfrm flipH="1" rot="5400000">
              <a:off x="6551329" y="-896010"/>
              <a:ext cx="577450" cy="1974708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55" name="Google Shape;755;p18"/>
            <p:cNvGrpSpPr/>
            <p:nvPr/>
          </p:nvGrpSpPr>
          <p:grpSpPr>
            <a:xfrm>
              <a:off x="6917731" y="246011"/>
              <a:ext cx="4623133" cy="134070"/>
              <a:chOff x="6917731" y="246011"/>
              <a:chExt cx="4623133" cy="134070"/>
            </a:xfrm>
          </p:grpSpPr>
          <p:sp>
            <p:nvSpPr>
              <p:cNvPr id="756" name="Google Shape;756;p18"/>
              <p:cNvSpPr/>
              <p:nvPr/>
            </p:nvSpPr>
            <p:spPr>
              <a:xfrm flipH="1">
                <a:off x="6917731" y="246011"/>
                <a:ext cx="134070" cy="13407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7" name="Google Shape;757;p18"/>
              <p:cNvSpPr/>
              <p:nvPr/>
            </p:nvSpPr>
            <p:spPr>
              <a:xfrm flipH="1">
                <a:off x="6947845" y="276153"/>
                <a:ext cx="73844" cy="73844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758" name="Google Shape;758;p18"/>
              <p:cNvCxnSpPr/>
              <p:nvPr/>
            </p:nvCxnSpPr>
            <p:spPr>
              <a:xfrm rot="10800000">
                <a:off x="7013865" y="313050"/>
                <a:ext cx="4527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ONE_COLUMN_TEXT_1"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61" name="Google Shape;761;p19"/>
          <p:cNvSpPr txBox="1"/>
          <p:nvPr>
            <p:ph idx="1" type="subTitle"/>
          </p:nvPr>
        </p:nvSpPr>
        <p:spPr>
          <a:xfrm>
            <a:off x="4881006" y="1786675"/>
            <a:ext cx="3543000" cy="18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2" name="Google Shape;762;p19"/>
          <p:cNvSpPr txBox="1"/>
          <p:nvPr>
            <p:ph idx="2" type="subTitle"/>
          </p:nvPr>
        </p:nvSpPr>
        <p:spPr>
          <a:xfrm>
            <a:off x="720000" y="1786675"/>
            <a:ext cx="3543000" cy="18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763" name="Google Shape;763;p19"/>
          <p:cNvGrpSpPr/>
          <p:nvPr/>
        </p:nvGrpSpPr>
        <p:grpSpPr>
          <a:xfrm>
            <a:off x="-96329" y="4888563"/>
            <a:ext cx="1590408" cy="88125"/>
            <a:chOff x="124624" y="4953514"/>
            <a:chExt cx="1137387" cy="88142"/>
          </a:xfrm>
        </p:grpSpPr>
        <p:sp>
          <p:nvSpPr>
            <p:cNvPr id="764" name="Google Shape;764;p19"/>
            <p:cNvSpPr/>
            <p:nvPr/>
          </p:nvSpPr>
          <p:spPr>
            <a:xfrm rot="5400000">
              <a:off x="687043" y="4391096"/>
              <a:ext cx="12551" cy="1137387"/>
            </a:xfrm>
            <a:custGeom>
              <a:rect b="b" l="l" r="r" t="t"/>
              <a:pathLst>
                <a:path extrusionOk="0" h="27731" w="306">
                  <a:moveTo>
                    <a:pt x="1" y="1"/>
                  </a:moveTo>
                  <a:lnTo>
                    <a:pt x="1" y="27730"/>
                  </a:lnTo>
                  <a:lnTo>
                    <a:pt x="305" y="27730"/>
                  </a:lnTo>
                  <a:lnTo>
                    <a:pt x="305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46820"/>
                  </a:srgbClr>
                </a:gs>
                <a:gs pos="100000">
                  <a:srgbClr val="FFFFFF">
                    <a:alpha val="0"/>
                    <a:alpha val="4682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5" name="Google Shape;765;p19"/>
            <p:cNvSpPr/>
            <p:nvPr/>
          </p:nvSpPr>
          <p:spPr>
            <a:xfrm rot="5400000">
              <a:off x="687063" y="4466709"/>
              <a:ext cx="12510" cy="1137387"/>
            </a:xfrm>
            <a:custGeom>
              <a:rect b="b" l="l" r="r" t="t"/>
              <a:pathLst>
                <a:path extrusionOk="0" h="27731" w="305">
                  <a:moveTo>
                    <a:pt x="0" y="1"/>
                  </a:moveTo>
                  <a:lnTo>
                    <a:pt x="0" y="27730"/>
                  </a:lnTo>
                  <a:lnTo>
                    <a:pt x="305" y="27730"/>
                  </a:lnTo>
                  <a:lnTo>
                    <a:pt x="305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46820"/>
                  </a:srgbClr>
                </a:gs>
                <a:gs pos="100000">
                  <a:srgbClr val="FFFFFF">
                    <a:alpha val="0"/>
                    <a:alpha val="4682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66" name="Google Shape;766;p19"/>
          <p:cNvGrpSpPr/>
          <p:nvPr/>
        </p:nvGrpSpPr>
        <p:grpSpPr>
          <a:xfrm>
            <a:off x="6883700" y="1385725"/>
            <a:ext cx="4028179" cy="5283555"/>
            <a:chOff x="6883700" y="1385725"/>
            <a:chExt cx="4028179" cy="5283555"/>
          </a:xfrm>
        </p:grpSpPr>
        <p:sp>
          <p:nvSpPr>
            <p:cNvPr id="767" name="Google Shape;767;p19"/>
            <p:cNvSpPr/>
            <p:nvPr/>
          </p:nvSpPr>
          <p:spPr>
            <a:xfrm>
              <a:off x="6883700" y="1407586"/>
              <a:ext cx="4006263" cy="4749291"/>
            </a:xfrm>
            <a:custGeom>
              <a:rect b="b" l="l" r="r" t="t"/>
              <a:pathLst>
                <a:path extrusionOk="0" h="115794" w="97678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8" name="Google Shape;768;p19"/>
            <p:cNvSpPr/>
            <p:nvPr/>
          </p:nvSpPr>
          <p:spPr>
            <a:xfrm>
              <a:off x="7842318" y="1385725"/>
              <a:ext cx="2925190" cy="3057668"/>
            </a:xfrm>
            <a:custGeom>
              <a:rect b="b" l="l" r="r" t="t"/>
              <a:pathLst>
                <a:path extrusionOk="0" h="74550" w="7132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9" name="Google Shape;769;p19"/>
            <p:cNvSpPr/>
            <p:nvPr/>
          </p:nvSpPr>
          <p:spPr>
            <a:xfrm>
              <a:off x="7734200" y="2571774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0" name="Google Shape;770;p19"/>
            <p:cNvSpPr/>
            <p:nvPr/>
          </p:nvSpPr>
          <p:spPr>
            <a:xfrm>
              <a:off x="7758564" y="1550075"/>
              <a:ext cx="3153315" cy="5119205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71" name="Google Shape;771;p19"/>
          <p:cNvGrpSpPr/>
          <p:nvPr/>
        </p:nvGrpSpPr>
        <p:grpSpPr>
          <a:xfrm>
            <a:off x="4598006" y="-1699037"/>
            <a:ext cx="5579794" cy="3203424"/>
            <a:chOff x="4521806" y="-1546637"/>
            <a:chExt cx="5579794" cy="3203424"/>
          </a:xfrm>
        </p:grpSpPr>
        <p:grpSp>
          <p:nvGrpSpPr>
            <p:cNvPr id="772" name="Google Shape;772;p19"/>
            <p:cNvGrpSpPr/>
            <p:nvPr/>
          </p:nvGrpSpPr>
          <p:grpSpPr>
            <a:xfrm>
              <a:off x="4619858" y="-154439"/>
              <a:ext cx="916824" cy="700199"/>
              <a:chOff x="4619858" y="-154439"/>
              <a:chExt cx="916824" cy="700199"/>
            </a:xfrm>
          </p:grpSpPr>
          <p:sp>
            <p:nvSpPr>
              <p:cNvPr id="773" name="Google Shape;773;p19"/>
              <p:cNvSpPr/>
              <p:nvPr/>
            </p:nvSpPr>
            <p:spPr>
              <a:xfrm>
                <a:off x="4823308" y="126723"/>
                <a:ext cx="483874" cy="419037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4" name="Google Shape;774;p19"/>
              <p:cNvSpPr/>
              <p:nvPr/>
            </p:nvSpPr>
            <p:spPr>
              <a:xfrm>
                <a:off x="4619858" y="-114577"/>
                <a:ext cx="483874" cy="419037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5" name="Google Shape;775;p19"/>
              <p:cNvSpPr/>
              <p:nvPr/>
            </p:nvSpPr>
            <p:spPr>
              <a:xfrm>
                <a:off x="5052808" y="-154439"/>
                <a:ext cx="483874" cy="419037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776" name="Google Shape;776;p19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>
              <a:off x="5904350" y="-1546637"/>
              <a:ext cx="4197251" cy="32034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77" name="Google Shape;777;p19"/>
            <p:cNvSpPr/>
            <p:nvPr/>
          </p:nvSpPr>
          <p:spPr>
            <a:xfrm rot="-5400000">
              <a:off x="5282845" y="-1058949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8" name="Google Shape;778;p19"/>
            <p:cNvSpPr/>
            <p:nvPr/>
          </p:nvSpPr>
          <p:spPr>
            <a:xfrm rot="-5400000">
              <a:off x="5282230" y="-899603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79" name="Google Shape;779;p19"/>
            <p:cNvGrpSpPr/>
            <p:nvPr/>
          </p:nvGrpSpPr>
          <p:grpSpPr>
            <a:xfrm rot="10800000">
              <a:off x="8323180" y="210225"/>
              <a:ext cx="1493503" cy="88125"/>
              <a:chOff x="124624" y="4953514"/>
              <a:chExt cx="1137387" cy="88142"/>
            </a:xfrm>
          </p:grpSpPr>
          <p:sp>
            <p:nvSpPr>
              <p:cNvPr id="780" name="Google Shape;780;p19"/>
              <p:cNvSpPr/>
              <p:nvPr/>
            </p:nvSpPr>
            <p:spPr>
              <a:xfrm rot="5400000">
                <a:off x="687043" y="4391096"/>
                <a:ext cx="12551" cy="1137387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1" name="Google Shape;781;p19"/>
              <p:cNvSpPr/>
              <p:nvPr/>
            </p:nvSpPr>
            <p:spPr>
              <a:xfrm rot="5400000">
                <a:off x="687063" y="4466709"/>
                <a:ext cx="12510" cy="1137387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82" name="Google Shape;782;p19"/>
            <p:cNvGrpSpPr/>
            <p:nvPr/>
          </p:nvGrpSpPr>
          <p:grpSpPr>
            <a:xfrm>
              <a:off x="4619231" y="-32636"/>
              <a:ext cx="254987" cy="255131"/>
              <a:chOff x="3678700" y="407275"/>
              <a:chExt cx="708100" cy="708500"/>
            </a:xfrm>
          </p:grpSpPr>
          <p:sp>
            <p:nvSpPr>
              <p:cNvPr id="783" name="Google Shape;783;p19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4" name="Google Shape;784;p19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rect b="b" l="l" r="r" t="t"/>
                <a:pathLst>
                  <a:path extrusionOk="0" h="9995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5" name="Google Shape;785;p19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6" name="Google Shape;786;p19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rect b="b" l="l" r="r" t="t"/>
                <a:pathLst>
                  <a:path extrusionOk="0" h="9981" w="9995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7" name="Google Shape;787;p19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8" name="Google Shape;788;p19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rect b="b" l="l" r="r" t="t"/>
                <a:pathLst>
                  <a:path extrusionOk="0" h="9981" w="998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9" name="Google Shape;789;p19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90" name="Google Shape;790;p19"/>
            <p:cNvGrpSpPr/>
            <p:nvPr/>
          </p:nvGrpSpPr>
          <p:grpSpPr>
            <a:xfrm>
              <a:off x="4521806" y="126714"/>
              <a:ext cx="254987" cy="255131"/>
              <a:chOff x="3678700" y="407275"/>
              <a:chExt cx="708100" cy="708500"/>
            </a:xfrm>
          </p:grpSpPr>
          <p:sp>
            <p:nvSpPr>
              <p:cNvPr id="791" name="Google Shape;791;p19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2" name="Google Shape;792;p19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rect b="b" l="l" r="r" t="t"/>
                <a:pathLst>
                  <a:path extrusionOk="0" h="9995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3" name="Google Shape;793;p19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4" name="Google Shape;794;p19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rect b="b" l="l" r="r" t="t"/>
                <a:pathLst>
                  <a:path extrusionOk="0" h="9981" w="9995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5" name="Google Shape;795;p19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6" name="Google Shape;796;p19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rect b="b" l="l" r="r" t="t"/>
                <a:pathLst>
                  <a:path extrusionOk="0" h="9981" w="998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7" name="Google Shape;797;p19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20"/>
          <p:cNvSpPr txBox="1"/>
          <p:nvPr>
            <p:ph type="title"/>
          </p:nvPr>
        </p:nvSpPr>
        <p:spPr>
          <a:xfrm>
            <a:off x="720000" y="1565925"/>
            <a:ext cx="2799000" cy="76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00" name="Google Shape;800;p20"/>
          <p:cNvSpPr txBox="1"/>
          <p:nvPr>
            <p:ph idx="1" type="subTitle"/>
          </p:nvPr>
        </p:nvSpPr>
        <p:spPr>
          <a:xfrm>
            <a:off x="720000" y="2326750"/>
            <a:ext cx="2799000" cy="112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801" name="Google Shape;801;p20"/>
          <p:cNvGrpSpPr/>
          <p:nvPr/>
        </p:nvGrpSpPr>
        <p:grpSpPr>
          <a:xfrm>
            <a:off x="-1623735" y="2499757"/>
            <a:ext cx="5119205" cy="4373890"/>
            <a:chOff x="-1547535" y="2499757"/>
            <a:chExt cx="5119205" cy="4373890"/>
          </a:xfrm>
        </p:grpSpPr>
        <p:pic>
          <p:nvPicPr>
            <p:cNvPr id="802" name="Google Shape;802;p20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 rot="-5400000">
              <a:off x="-1751185" y="3417285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803" name="Google Shape;803;p20"/>
            <p:cNvGrpSpPr/>
            <p:nvPr/>
          </p:nvGrpSpPr>
          <p:grpSpPr>
            <a:xfrm rot="-5400000">
              <a:off x="123777" y="4587830"/>
              <a:ext cx="480890" cy="481200"/>
              <a:chOff x="959750" y="3039275"/>
              <a:chExt cx="582050" cy="582425"/>
            </a:xfrm>
          </p:grpSpPr>
          <p:sp>
            <p:nvSpPr>
              <p:cNvPr id="804" name="Google Shape;804;p20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5" name="Google Shape;805;p20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6" name="Google Shape;806;p20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7" name="Google Shape;807;p20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8" name="Google Shape;808;p20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9" name="Google Shape;809;p20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0" name="Google Shape;810;p20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11" name="Google Shape;811;p20"/>
            <p:cNvGrpSpPr/>
            <p:nvPr/>
          </p:nvGrpSpPr>
          <p:grpSpPr>
            <a:xfrm rot="-5400000">
              <a:off x="-564590" y="2079321"/>
              <a:ext cx="3153315" cy="5119205"/>
              <a:chOff x="6643701" y="816087"/>
              <a:chExt cx="3153315" cy="5119205"/>
            </a:xfrm>
          </p:grpSpPr>
          <p:sp>
            <p:nvSpPr>
              <p:cNvPr id="812" name="Google Shape;812;p20"/>
              <p:cNvSpPr/>
              <p:nvPr/>
            </p:nvSpPr>
            <p:spPr>
              <a:xfrm>
                <a:off x="6643701" y="816087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813" name="Google Shape;813;p20"/>
              <p:cNvGrpSpPr/>
              <p:nvPr/>
            </p:nvGrpSpPr>
            <p:grpSpPr>
              <a:xfrm>
                <a:off x="8062611" y="3503222"/>
                <a:ext cx="134004" cy="134004"/>
                <a:chOff x="8356813" y="1074288"/>
                <a:chExt cx="351900" cy="351900"/>
              </a:xfrm>
            </p:grpSpPr>
            <p:sp>
              <p:nvSpPr>
                <p:cNvPr id="814" name="Google Shape;814;p20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15" name="Google Shape;815;p20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816" name="Google Shape;816;p20"/>
              <p:cNvGrpSpPr/>
              <p:nvPr/>
            </p:nvGrpSpPr>
            <p:grpSpPr>
              <a:xfrm>
                <a:off x="7678536" y="3129397"/>
                <a:ext cx="134004" cy="134004"/>
                <a:chOff x="8356813" y="1074288"/>
                <a:chExt cx="351900" cy="351900"/>
              </a:xfrm>
            </p:grpSpPr>
            <p:sp>
              <p:nvSpPr>
                <p:cNvPr id="817" name="Google Shape;817;p20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18" name="Google Shape;818;p20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819" name="Google Shape;819;p20"/>
              <p:cNvGrpSpPr/>
              <p:nvPr/>
            </p:nvGrpSpPr>
            <p:grpSpPr>
              <a:xfrm>
                <a:off x="8671986" y="2443197"/>
                <a:ext cx="134004" cy="134004"/>
                <a:chOff x="8356813" y="1074288"/>
                <a:chExt cx="351900" cy="351900"/>
              </a:xfrm>
            </p:grpSpPr>
            <p:sp>
              <p:nvSpPr>
                <p:cNvPr id="820" name="Google Shape;820;p20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21" name="Google Shape;821;p20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822" name="Google Shape;822;p20"/>
            <p:cNvSpPr/>
            <p:nvPr/>
          </p:nvSpPr>
          <p:spPr>
            <a:xfrm>
              <a:off x="-630272" y="2499757"/>
              <a:ext cx="1031181" cy="275218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23" name="Google Shape;823;p20"/>
            <p:cNvGrpSpPr/>
            <p:nvPr/>
          </p:nvGrpSpPr>
          <p:grpSpPr>
            <a:xfrm rot="-5400000">
              <a:off x="99300" y="3411735"/>
              <a:ext cx="88151" cy="2151709"/>
              <a:chOff x="3054755" y="4367024"/>
              <a:chExt cx="88142" cy="1137387"/>
            </a:xfrm>
          </p:grpSpPr>
          <p:sp>
            <p:nvSpPr>
              <p:cNvPr id="824" name="Google Shape;824;p20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5" name="Google Shape;825;p20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26" name="Google Shape;826;p20"/>
            <p:cNvGrpSpPr/>
            <p:nvPr/>
          </p:nvGrpSpPr>
          <p:grpSpPr>
            <a:xfrm rot="-5400000">
              <a:off x="-28713" y="3651410"/>
              <a:ext cx="88151" cy="2151709"/>
              <a:chOff x="3054755" y="4367024"/>
              <a:chExt cx="88142" cy="1137387"/>
            </a:xfrm>
          </p:grpSpPr>
          <p:sp>
            <p:nvSpPr>
              <p:cNvPr id="827" name="Google Shape;827;p20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40000">
                    <a:srgbClr val="FF9900">
                      <a:alpha val="40784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8" name="Google Shape;828;p20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40000">
                    <a:srgbClr val="FF9900">
                      <a:alpha val="40784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829" name="Google Shape;829;p20"/>
          <p:cNvGrpSpPr/>
          <p:nvPr/>
        </p:nvGrpSpPr>
        <p:grpSpPr>
          <a:xfrm rot="-5400000">
            <a:off x="7274810" y="-1067450"/>
            <a:ext cx="3920501" cy="3213899"/>
            <a:chOff x="6643710" y="2822113"/>
            <a:chExt cx="3920501" cy="3213899"/>
          </a:xfrm>
        </p:grpSpPr>
        <p:pic>
          <p:nvPicPr>
            <p:cNvPr id="830" name="Google Shape;830;p20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>
              <a:off x="6643710" y="3043787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31" name="Google Shape;831;p20"/>
            <p:cNvSpPr/>
            <p:nvPr/>
          </p:nvSpPr>
          <p:spPr>
            <a:xfrm rot="10800000">
              <a:off x="7869624" y="2920269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20"/>
            <p:cNvSpPr/>
            <p:nvPr/>
          </p:nvSpPr>
          <p:spPr>
            <a:xfrm rot="10800000">
              <a:off x="8028970" y="2920884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20"/>
            <p:cNvSpPr/>
            <p:nvPr/>
          </p:nvSpPr>
          <p:spPr>
            <a:xfrm>
              <a:off x="8764950" y="2822113"/>
              <a:ext cx="480893" cy="475828"/>
            </a:xfrm>
            <a:custGeom>
              <a:rect b="b" l="l" r="r" t="t"/>
              <a:pathLst>
                <a:path extrusionOk="0" h="35790" w="36171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34" name="Google Shape;834;p20"/>
            <p:cNvGrpSpPr/>
            <p:nvPr/>
          </p:nvGrpSpPr>
          <p:grpSpPr>
            <a:xfrm>
              <a:off x="8671987" y="3471620"/>
              <a:ext cx="699928" cy="1651024"/>
              <a:chOff x="8337812" y="3492483"/>
              <a:chExt cx="699928" cy="1651024"/>
            </a:xfrm>
          </p:grpSpPr>
          <p:sp>
            <p:nvSpPr>
              <p:cNvPr id="835" name="Google Shape;835;p20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rect b="b" l="l" r="r" t="t"/>
                <a:pathLst>
                  <a:path extrusionOk="0" h="24714" w="11779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6" name="Google Shape;836;p20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7" name="Google Shape;837;p20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38" name="Google Shape;838;p20"/>
            <p:cNvGrpSpPr/>
            <p:nvPr/>
          </p:nvGrpSpPr>
          <p:grpSpPr>
            <a:xfrm>
              <a:off x="8279400" y="4281138"/>
              <a:ext cx="904666" cy="726121"/>
              <a:chOff x="7945225" y="4302000"/>
              <a:chExt cx="904666" cy="726121"/>
            </a:xfrm>
          </p:grpSpPr>
          <p:sp>
            <p:nvSpPr>
              <p:cNvPr id="839" name="Google Shape;839;p20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0" name="Google Shape;840;p20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1" name="Google Shape;841;p20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"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44" name="Google Shape;844;p21"/>
          <p:cNvSpPr txBox="1"/>
          <p:nvPr>
            <p:ph idx="1" type="body"/>
          </p:nvPr>
        </p:nvSpPr>
        <p:spPr>
          <a:xfrm>
            <a:off x="720000" y="1139550"/>
            <a:ext cx="4528500" cy="69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/>
            </a:lvl1pPr>
            <a:lvl2pPr indent="-304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9pPr>
          </a:lstStyle>
          <a:p/>
        </p:txBody>
      </p:sp>
      <p:grpSp>
        <p:nvGrpSpPr>
          <p:cNvPr id="845" name="Google Shape;845;p21"/>
          <p:cNvGrpSpPr/>
          <p:nvPr/>
        </p:nvGrpSpPr>
        <p:grpSpPr>
          <a:xfrm>
            <a:off x="6846993" y="-1382193"/>
            <a:ext cx="4230595" cy="4230595"/>
            <a:chOff x="6597168" y="-1305993"/>
            <a:chExt cx="4230595" cy="4230595"/>
          </a:xfrm>
        </p:grpSpPr>
        <p:sp>
          <p:nvSpPr>
            <p:cNvPr id="846" name="Google Shape;846;p21"/>
            <p:cNvSpPr/>
            <p:nvPr/>
          </p:nvSpPr>
          <p:spPr>
            <a:xfrm flipH="1" rot="-8100000">
              <a:off x="7249845" y="-719557"/>
              <a:ext cx="2925242" cy="3057723"/>
            </a:xfrm>
            <a:custGeom>
              <a:rect b="b" l="l" r="r" t="t"/>
              <a:pathLst>
                <a:path extrusionOk="0" h="74550" w="7132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" name="Google Shape;847;p21"/>
            <p:cNvSpPr/>
            <p:nvPr/>
          </p:nvSpPr>
          <p:spPr>
            <a:xfrm>
              <a:off x="8355611" y="-292048"/>
              <a:ext cx="577450" cy="1974708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21"/>
            <p:cNvSpPr/>
            <p:nvPr/>
          </p:nvSpPr>
          <p:spPr>
            <a:xfrm>
              <a:off x="8608100" y="70376"/>
              <a:ext cx="687411" cy="2086997"/>
            </a:xfrm>
            <a:custGeom>
              <a:rect b="b" l="l" r="r" t="t"/>
              <a:pathLst>
                <a:path extrusionOk="0" h="43180" w="1676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49" name="Google Shape;849;p21"/>
            <p:cNvGrpSpPr/>
            <p:nvPr/>
          </p:nvGrpSpPr>
          <p:grpSpPr>
            <a:xfrm>
              <a:off x="8449011" y="1244697"/>
              <a:ext cx="134100" cy="134100"/>
              <a:chOff x="-1999139" y="3143772"/>
              <a:chExt cx="134100" cy="134100"/>
            </a:xfrm>
          </p:grpSpPr>
          <p:sp>
            <p:nvSpPr>
              <p:cNvPr id="850" name="Google Shape;850;p21"/>
              <p:cNvSpPr/>
              <p:nvPr/>
            </p:nvSpPr>
            <p:spPr>
              <a:xfrm>
                <a:off x="-1999139" y="3143772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1" name="Google Shape;851;p21"/>
              <p:cNvSpPr/>
              <p:nvPr/>
            </p:nvSpPr>
            <p:spPr>
              <a:xfrm>
                <a:off x="-1980219" y="3162691"/>
                <a:ext cx="96300" cy="963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52" name="Google Shape;852;p21"/>
            <p:cNvGrpSpPr/>
            <p:nvPr/>
          </p:nvGrpSpPr>
          <p:grpSpPr>
            <a:xfrm>
              <a:off x="8577286" y="2178484"/>
              <a:ext cx="134100" cy="134100"/>
              <a:chOff x="-1999139" y="3143772"/>
              <a:chExt cx="134100" cy="134100"/>
            </a:xfrm>
          </p:grpSpPr>
          <p:sp>
            <p:nvSpPr>
              <p:cNvPr id="853" name="Google Shape;853;p21"/>
              <p:cNvSpPr/>
              <p:nvPr/>
            </p:nvSpPr>
            <p:spPr>
              <a:xfrm>
                <a:off x="-1999139" y="3143772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4" name="Google Shape;854;p21"/>
              <p:cNvSpPr/>
              <p:nvPr/>
            </p:nvSpPr>
            <p:spPr>
              <a:xfrm>
                <a:off x="-1980219" y="3162691"/>
                <a:ext cx="96300" cy="963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55" name="Google Shape;855;p21"/>
            <p:cNvGrpSpPr/>
            <p:nvPr/>
          </p:nvGrpSpPr>
          <p:grpSpPr>
            <a:xfrm>
              <a:off x="8526386" y="311022"/>
              <a:ext cx="134004" cy="134004"/>
              <a:chOff x="8356813" y="1074288"/>
              <a:chExt cx="351900" cy="351900"/>
            </a:xfrm>
          </p:grpSpPr>
          <p:sp>
            <p:nvSpPr>
              <p:cNvPr id="856" name="Google Shape;856;p21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7" name="Google Shape;857;p21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858" name="Google Shape;858;p21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>
              <a:off x="6929350" y="-103647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59" name="Google Shape;859;p21"/>
          <p:cNvGrpSpPr/>
          <p:nvPr/>
        </p:nvGrpSpPr>
        <p:grpSpPr>
          <a:xfrm rot="5400000">
            <a:off x="-1981527" y="1924690"/>
            <a:ext cx="6191222" cy="6191222"/>
            <a:chOff x="-2825827" y="1271890"/>
            <a:chExt cx="6191222" cy="6191222"/>
          </a:xfrm>
        </p:grpSpPr>
        <p:pic>
          <p:nvPicPr>
            <p:cNvPr id="860" name="Google Shape;860;p21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>
              <a:off x="-680950" y="386672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861" name="Google Shape;861;p21"/>
            <p:cNvGrpSpPr/>
            <p:nvPr/>
          </p:nvGrpSpPr>
          <p:grpSpPr>
            <a:xfrm>
              <a:off x="-2825827" y="1271890"/>
              <a:ext cx="6191222" cy="6191222"/>
              <a:chOff x="-2825827" y="1271890"/>
              <a:chExt cx="6191222" cy="6191222"/>
            </a:xfrm>
          </p:grpSpPr>
          <p:sp>
            <p:nvSpPr>
              <p:cNvPr id="862" name="Google Shape;862;p21"/>
              <p:cNvSpPr/>
              <p:nvPr/>
            </p:nvSpPr>
            <p:spPr>
              <a:xfrm flipH="1" rot="2700000">
                <a:off x="-1733384" y="1992813"/>
                <a:ext cx="4006334" cy="4749375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3" name="Google Shape;863;p21"/>
              <p:cNvSpPr/>
              <p:nvPr/>
            </p:nvSpPr>
            <p:spPr>
              <a:xfrm flipH="1" rot="2700000">
                <a:off x="-1192832" y="2500186"/>
                <a:ext cx="2925242" cy="3057723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864" name="Google Shape;864;p21"/>
              <p:cNvGrpSpPr/>
              <p:nvPr/>
            </p:nvGrpSpPr>
            <p:grpSpPr>
              <a:xfrm rot="10800000">
                <a:off x="384881" y="3042905"/>
                <a:ext cx="134100" cy="134100"/>
                <a:chOff x="-1999139" y="3143772"/>
                <a:chExt cx="134100" cy="134100"/>
              </a:xfrm>
            </p:grpSpPr>
            <p:sp>
              <p:nvSpPr>
                <p:cNvPr id="865" name="Google Shape;865;p21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66" name="Google Shape;866;p21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867" name="Google Shape;867;p21"/>
              <p:cNvGrpSpPr/>
              <p:nvPr/>
            </p:nvGrpSpPr>
            <p:grpSpPr>
              <a:xfrm rot="10800000">
                <a:off x="146106" y="3710980"/>
                <a:ext cx="134100" cy="134100"/>
                <a:chOff x="-1999139" y="3143772"/>
                <a:chExt cx="134100" cy="134100"/>
              </a:xfrm>
            </p:grpSpPr>
            <p:sp>
              <p:nvSpPr>
                <p:cNvPr id="868" name="Google Shape;868;p21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69" name="Google Shape;869;p21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870" name="Google Shape;870;p21"/>
              <p:cNvGrpSpPr/>
              <p:nvPr/>
            </p:nvGrpSpPr>
            <p:grpSpPr>
              <a:xfrm>
                <a:off x="-102297" y="3780153"/>
                <a:ext cx="939901" cy="2449421"/>
                <a:chOff x="-102297" y="3780153"/>
                <a:chExt cx="939901" cy="2449421"/>
              </a:xfrm>
            </p:grpSpPr>
            <p:sp>
              <p:nvSpPr>
                <p:cNvPr id="871" name="Google Shape;871;p21"/>
                <p:cNvSpPr/>
                <p:nvPr/>
              </p:nvSpPr>
              <p:spPr>
                <a:xfrm rot="10800000">
                  <a:off x="260154" y="4254866"/>
                  <a:ext cx="577450" cy="1974708"/>
                </a:xfrm>
                <a:custGeom>
                  <a:rect b="b" l="l" r="r" t="t"/>
                  <a:pathLst>
                    <a:path extrusionOk="0" h="48146" w="14079">
                      <a:moveTo>
                        <a:pt x="13866" y="0"/>
                      </a:moveTo>
                      <a:lnTo>
                        <a:pt x="5867" y="7999"/>
                      </a:lnTo>
                      <a:lnTo>
                        <a:pt x="5836" y="8045"/>
                      </a:lnTo>
                      <a:lnTo>
                        <a:pt x="5836" y="31737"/>
                      </a:lnTo>
                      <a:lnTo>
                        <a:pt x="1" y="37541"/>
                      </a:lnTo>
                      <a:lnTo>
                        <a:pt x="1" y="48146"/>
                      </a:lnTo>
                      <a:lnTo>
                        <a:pt x="306" y="48146"/>
                      </a:lnTo>
                      <a:lnTo>
                        <a:pt x="306" y="37679"/>
                      </a:lnTo>
                      <a:lnTo>
                        <a:pt x="6141" y="31874"/>
                      </a:lnTo>
                      <a:lnTo>
                        <a:pt x="6141" y="8167"/>
                      </a:lnTo>
                      <a:lnTo>
                        <a:pt x="14079" y="229"/>
                      </a:lnTo>
                      <a:lnTo>
                        <a:pt x="13866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72" name="Google Shape;872;p21"/>
                <p:cNvSpPr/>
                <p:nvPr/>
              </p:nvSpPr>
              <p:spPr>
                <a:xfrm rot="10800000">
                  <a:off x="-102297" y="3780153"/>
                  <a:ext cx="687411" cy="2086997"/>
                </a:xfrm>
                <a:custGeom>
                  <a:rect b="b" l="l" r="r" t="t"/>
                  <a:pathLst>
                    <a:path extrusionOk="0" h="43180" w="16760">
                      <a:moveTo>
                        <a:pt x="16531" y="1"/>
                      </a:moveTo>
                      <a:lnTo>
                        <a:pt x="4403" y="12159"/>
                      </a:lnTo>
                      <a:lnTo>
                        <a:pt x="4342" y="12190"/>
                      </a:lnTo>
                      <a:lnTo>
                        <a:pt x="4342" y="25734"/>
                      </a:lnTo>
                      <a:lnTo>
                        <a:pt x="0" y="30077"/>
                      </a:lnTo>
                      <a:lnTo>
                        <a:pt x="8746" y="38822"/>
                      </a:lnTo>
                      <a:lnTo>
                        <a:pt x="8746" y="43180"/>
                      </a:lnTo>
                      <a:lnTo>
                        <a:pt x="9066" y="43180"/>
                      </a:lnTo>
                      <a:lnTo>
                        <a:pt x="9066" y="38700"/>
                      </a:lnTo>
                      <a:lnTo>
                        <a:pt x="442" y="30077"/>
                      </a:lnTo>
                      <a:lnTo>
                        <a:pt x="4662" y="25872"/>
                      </a:lnTo>
                      <a:lnTo>
                        <a:pt x="4662" y="12327"/>
                      </a:lnTo>
                      <a:lnTo>
                        <a:pt x="16760" y="230"/>
                      </a:lnTo>
                      <a:lnTo>
                        <a:pt x="16531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873" name="Google Shape;873;p21"/>
                <p:cNvGrpSpPr/>
                <p:nvPr/>
              </p:nvGrpSpPr>
              <p:grpSpPr>
                <a:xfrm rot="10800000">
                  <a:off x="532825" y="5492502"/>
                  <a:ext cx="134004" cy="134004"/>
                  <a:chOff x="8356813" y="1074288"/>
                  <a:chExt cx="351900" cy="351900"/>
                </a:xfrm>
              </p:grpSpPr>
              <p:sp>
                <p:nvSpPr>
                  <p:cNvPr id="874" name="Google Shape;874;p21"/>
                  <p:cNvSpPr/>
                  <p:nvPr/>
                </p:nvSpPr>
                <p:spPr>
                  <a:xfrm>
                    <a:off x="8356813" y="1074288"/>
                    <a:ext cx="351900" cy="351900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875" name="Google Shape;875;p21"/>
                  <p:cNvSpPr/>
                  <p:nvPr/>
                </p:nvSpPr>
                <p:spPr>
                  <a:xfrm>
                    <a:off x="8406497" y="1123972"/>
                    <a:ext cx="252600" cy="252600"/>
                  </a:xfrm>
                  <a:prstGeom prst="ellipse">
                    <a:avLst/>
                  </a:pr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b="50%" l="50%" r="50%" t="50%"/>
                    </a:path>
                    <a:tileRect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4_1_1"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7" name="Google Shape;877;p22"/>
          <p:cNvGrpSpPr/>
          <p:nvPr/>
        </p:nvGrpSpPr>
        <p:grpSpPr>
          <a:xfrm>
            <a:off x="4582521" y="2433470"/>
            <a:ext cx="5022035" cy="4764449"/>
            <a:chOff x="4571996" y="2268220"/>
            <a:chExt cx="5022035" cy="4764449"/>
          </a:xfrm>
        </p:grpSpPr>
        <p:pic>
          <p:nvPicPr>
            <p:cNvPr id="878" name="Google Shape;878;p22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 flipH="1">
              <a:off x="5978271" y="3376950"/>
              <a:ext cx="3615750" cy="27596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879" name="Google Shape;879;p22"/>
            <p:cNvGrpSpPr/>
            <p:nvPr/>
          </p:nvGrpSpPr>
          <p:grpSpPr>
            <a:xfrm rot="10800000">
              <a:off x="4571996" y="2268220"/>
              <a:ext cx="5022035" cy="4764449"/>
              <a:chOff x="-494406" y="-1584825"/>
              <a:chExt cx="4397193" cy="4171657"/>
            </a:xfrm>
          </p:grpSpPr>
          <p:grpSp>
            <p:nvGrpSpPr>
              <p:cNvPr id="880" name="Google Shape;880;p22"/>
              <p:cNvGrpSpPr/>
              <p:nvPr/>
            </p:nvGrpSpPr>
            <p:grpSpPr>
              <a:xfrm>
                <a:off x="245875" y="-51824"/>
                <a:ext cx="208200" cy="1824700"/>
                <a:chOff x="1040050" y="3812126"/>
                <a:chExt cx="208200" cy="1824700"/>
              </a:xfrm>
            </p:grpSpPr>
            <p:sp>
              <p:nvSpPr>
                <p:cNvPr id="881" name="Google Shape;881;p22"/>
                <p:cNvSpPr/>
                <p:nvPr/>
              </p:nvSpPr>
              <p:spPr>
                <a:xfrm>
                  <a:off x="1040050" y="3812126"/>
                  <a:ext cx="12550" cy="1824700"/>
                </a:xfrm>
                <a:custGeom>
                  <a:rect b="b" l="l" r="r" t="t"/>
                  <a:pathLst>
                    <a:path extrusionOk="0" h="27731" w="306">
                      <a:moveTo>
                        <a:pt x="1" y="1"/>
                      </a:moveTo>
                      <a:lnTo>
                        <a:pt x="1" y="27730"/>
                      </a:lnTo>
                      <a:lnTo>
                        <a:pt x="305" y="27730"/>
                      </a:lnTo>
                      <a:lnTo>
                        <a:pt x="305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82" name="Google Shape;882;p22"/>
                <p:cNvSpPr/>
                <p:nvPr/>
              </p:nvSpPr>
              <p:spPr>
                <a:xfrm>
                  <a:off x="1235741" y="3812126"/>
                  <a:ext cx="12509" cy="1824700"/>
                </a:xfrm>
                <a:custGeom>
                  <a:rect b="b" l="l" r="r" t="t"/>
                  <a:pathLst>
                    <a:path extrusionOk="0" h="27731" w="305">
                      <a:moveTo>
                        <a:pt x="0" y="1"/>
                      </a:moveTo>
                      <a:lnTo>
                        <a:pt x="0" y="27730"/>
                      </a:lnTo>
                      <a:lnTo>
                        <a:pt x="305" y="27730"/>
                      </a:lnTo>
                      <a:lnTo>
                        <a:pt x="305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883" name="Google Shape;883;p22"/>
              <p:cNvGrpSpPr/>
              <p:nvPr/>
            </p:nvGrpSpPr>
            <p:grpSpPr>
              <a:xfrm rot="-8100000">
                <a:off x="540898" y="-1172741"/>
                <a:ext cx="2552124" cy="3347490"/>
                <a:chOff x="2976325" y="908175"/>
                <a:chExt cx="4028179" cy="5283555"/>
              </a:xfrm>
            </p:grpSpPr>
            <p:sp>
              <p:nvSpPr>
                <p:cNvPr id="884" name="Google Shape;884;p22"/>
                <p:cNvSpPr/>
                <p:nvPr/>
              </p:nvSpPr>
              <p:spPr>
                <a:xfrm>
                  <a:off x="2976325" y="930036"/>
                  <a:ext cx="4006263" cy="4749291"/>
                </a:xfrm>
                <a:custGeom>
                  <a:rect b="b" l="l" r="r" t="t"/>
                  <a:pathLst>
                    <a:path extrusionOk="0" h="115794" w="97678">
                      <a:moveTo>
                        <a:pt x="97449" y="0"/>
                      </a:moveTo>
                      <a:lnTo>
                        <a:pt x="76805" y="20645"/>
                      </a:lnTo>
                      <a:lnTo>
                        <a:pt x="76744" y="20691"/>
                      </a:lnTo>
                      <a:lnTo>
                        <a:pt x="76744" y="35927"/>
                      </a:lnTo>
                      <a:lnTo>
                        <a:pt x="63107" y="49563"/>
                      </a:lnTo>
                      <a:lnTo>
                        <a:pt x="63077" y="49608"/>
                      </a:lnTo>
                      <a:lnTo>
                        <a:pt x="63077" y="56571"/>
                      </a:lnTo>
                      <a:lnTo>
                        <a:pt x="61005" y="58659"/>
                      </a:lnTo>
                      <a:lnTo>
                        <a:pt x="61005" y="62407"/>
                      </a:lnTo>
                      <a:lnTo>
                        <a:pt x="52473" y="70939"/>
                      </a:lnTo>
                      <a:lnTo>
                        <a:pt x="52412" y="70969"/>
                      </a:lnTo>
                      <a:lnTo>
                        <a:pt x="52412" y="78541"/>
                      </a:lnTo>
                      <a:lnTo>
                        <a:pt x="46912" y="84057"/>
                      </a:lnTo>
                      <a:lnTo>
                        <a:pt x="46912" y="89633"/>
                      </a:lnTo>
                      <a:lnTo>
                        <a:pt x="33123" y="103406"/>
                      </a:lnTo>
                      <a:lnTo>
                        <a:pt x="12174" y="103406"/>
                      </a:lnTo>
                      <a:lnTo>
                        <a:pt x="0" y="115565"/>
                      </a:lnTo>
                      <a:lnTo>
                        <a:pt x="229" y="115793"/>
                      </a:lnTo>
                      <a:lnTo>
                        <a:pt x="12280" y="103711"/>
                      </a:lnTo>
                      <a:lnTo>
                        <a:pt x="33245" y="103711"/>
                      </a:lnTo>
                      <a:lnTo>
                        <a:pt x="47155" y="89801"/>
                      </a:lnTo>
                      <a:lnTo>
                        <a:pt x="47216" y="89770"/>
                      </a:lnTo>
                      <a:lnTo>
                        <a:pt x="47216" y="84179"/>
                      </a:lnTo>
                      <a:lnTo>
                        <a:pt x="52732" y="78663"/>
                      </a:lnTo>
                      <a:lnTo>
                        <a:pt x="52732" y="71106"/>
                      </a:lnTo>
                      <a:lnTo>
                        <a:pt x="61264" y="62574"/>
                      </a:lnTo>
                      <a:lnTo>
                        <a:pt x="61310" y="62513"/>
                      </a:lnTo>
                      <a:lnTo>
                        <a:pt x="61310" y="58780"/>
                      </a:lnTo>
                      <a:lnTo>
                        <a:pt x="63382" y="56708"/>
                      </a:lnTo>
                      <a:lnTo>
                        <a:pt x="63382" y="49730"/>
                      </a:lnTo>
                      <a:lnTo>
                        <a:pt x="77018" y="36109"/>
                      </a:lnTo>
                      <a:lnTo>
                        <a:pt x="77048" y="36064"/>
                      </a:lnTo>
                      <a:lnTo>
                        <a:pt x="77048" y="20828"/>
                      </a:lnTo>
                      <a:lnTo>
                        <a:pt x="97678" y="198"/>
                      </a:lnTo>
                      <a:lnTo>
                        <a:pt x="97449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85" name="Google Shape;885;p22"/>
                <p:cNvSpPr/>
                <p:nvPr/>
              </p:nvSpPr>
              <p:spPr>
                <a:xfrm>
                  <a:off x="3934943" y="908175"/>
                  <a:ext cx="2925190" cy="3057668"/>
                </a:xfrm>
                <a:custGeom>
                  <a:rect b="b" l="l" r="r" t="t"/>
                  <a:pathLst>
                    <a:path extrusionOk="0" h="74550" w="71320">
                      <a:moveTo>
                        <a:pt x="71091" y="0"/>
                      </a:moveTo>
                      <a:lnTo>
                        <a:pt x="59679" y="11397"/>
                      </a:lnTo>
                      <a:lnTo>
                        <a:pt x="54895" y="11397"/>
                      </a:lnTo>
                      <a:lnTo>
                        <a:pt x="41015" y="25307"/>
                      </a:lnTo>
                      <a:lnTo>
                        <a:pt x="40954" y="25337"/>
                      </a:lnTo>
                      <a:lnTo>
                        <a:pt x="40954" y="42325"/>
                      </a:lnTo>
                      <a:lnTo>
                        <a:pt x="31767" y="51528"/>
                      </a:lnTo>
                      <a:lnTo>
                        <a:pt x="31721" y="51574"/>
                      </a:lnTo>
                      <a:lnTo>
                        <a:pt x="31721" y="59237"/>
                      </a:lnTo>
                      <a:lnTo>
                        <a:pt x="22824" y="68135"/>
                      </a:lnTo>
                      <a:lnTo>
                        <a:pt x="6186" y="68135"/>
                      </a:lnTo>
                      <a:lnTo>
                        <a:pt x="0" y="74321"/>
                      </a:lnTo>
                      <a:lnTo>
                        <a:pt x="229" y="74549"/>
                      </a:lnTo>
                      <a:lnTo>
                        <a:pt x="6323" y="68455"/>
                      </a:lnTo>
                      <a:lnTo>
                        <a:pt x="22945" y="68455"/>
                      </a:lnTo>
                      <a:lnTo>
                        <a:pt x="31980" y="59420"/>
                      </a:lnTo>
                      <a:lnTo>
                        <a:pt x="32026" y="59374"/>
                      </a:lnTo>
                      <a:lnTo>
                        <a:pt x="32026" y="51695"/>
                      </a:lnTo>
                      <a:lnTo>
                        <a:pt x="41229" y="42508"/>
                      </a:lnTo>
                      <a:lnTo>
                        <a:pt x="41259" y="42463"/>
                      </a:lnTo>
                      <a:lnTo>
                        <a:pt x="41259" y="25475"/>
                      </a:lnTo>
                      <a:lnTo>
                        <a:pt x="55032" y="11732"/>
                      </a:lnTo>
                      <a:lnTo>
                        <a:pt x="59786" y="11732"/>
                      </a:lnTo>
                      <a:lnTo>
                        <a:pt x="71320" y="213"/>
                      </a:lnTo>
                      <a:lnTo>
                        <a:pt x="7109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86" name="Google Shape;886;p22"/>
                <p:cNvSpPr/>
                <p:nvPr/>
              </p:nvSpPr>
              <p:spPr>
                <a:xfrm>
                  <a:off x="3851189" y="1072525"/>
                  <a:ext cx="3153315" cy="5119205"/>
                </a:xfrm>
                <a:custGeom>
                  <a:rect b="b" l="l" r="r" t="t"/>
                  <a:pathLst>
                    <a:path extrusionOk="0" h="124813" w="76882">
                      <a:moveTo>
                        <a:pt x="76668" y="0"/>
                      </a:moveTo>
                      <a:lnTo>
                        <a:pt x="63260" y="13408"/>
                      </a:lnTo>
                      <a:cubicBezTo>
                        <a:pt x="62879" y="13789"/>
                        <a:pt x="62879" y="14398"/>
                        <a:pt x="63260" y="14779"/>
                      </a:cubicBezTo>
                      <a:lnTo>
                        <a:pt x="69857" y="21376"/>
                      </a:lnTo>
                      <a:cubicBezTo>
                        <a:pt x="70116" y="21620"/>
                        <a:pt x="70116" y="22046"/>
                        <a:pt x="69857" y="22305"/>
                      </a:cubicBezTo>
                      <a:lnTo>
                        <a:pt x="46546" y="45616"/>
                      </a:lnTo>
                      <a:cubicBezTo>
                        <a:pt x="46417" y="45738"/>
                        <a:pt x="46245" y="45799"/>
                        <a:pt x="46074" y="45799"/>
                      </a:cubicBezTo>
                      <a:cubicBezTo>
                        <a:pt x="45903" y="45799"/>
                        <a:pt x="45731" y="45738"/>
                        <a:pt x="45602" y="45616"/>
                      </a:cubicBezTo>
                      <a:lnTo>
                        <a:pt x="39020" y="39019"/>
                      </a:lnTo>
                      <a:cubicBezTo>
                        <a:pt x="38822" y="38836"/>
                        <a:pt x="38593" y="38745"/>
                        <a:pt x="38334" y="38745"/>
                      </a:cubicBezTo>
                      <a:cubicBezTo>
                        <a:pt x="38060" y="38745"/>
                        <a:pt x="37831" y="38836"/>
                        <a:pt x="37649" y="39019"/>
                      </a:cubicBezTo>
                      <a:lnTo>
                        <a:pt x="23357" y="53311"/>
                      </a:lnTo>
                      <a:cubicBezTo>
                        <a:pt x="22976" y="53691"/>
                        <a:pt x="22976" y="54301"/>
                        <a:pt x="23357" y="54682"/>
                      </a:cubicBezTo>
                      <a:lnTo>
                        <a:pt x="40833" y="72142"/>
                      </a:lnTo>
                      <a:cubicBezTo>
                        <a:pt x="40939" y="72279"/>
                        <a:pt x="41016" y="72432"/>
                        <a:pt x="41016" y="72614"/>
                      </a:cubicBezTo>
                      <a:cubicBezTo>
                        <a:pt x="41016" y="72812"/>
                        <a:pt x="40955" y="72965"/>
                        <a:pt x="40833" y="73102"/>
                      </a:cubicBezTo>
                      <a:lnTo>
                        <a:pt x="27090" y="86830"/>
                      </a:lnTo>
                      <a:cubicBezTo>
                        <a:pt x="26907" y="87028"/>
                        <a:pt x="26816" y="87256"/>
                        <a:pt x="26816" y="87515"/>
                      </a:cubicBezTo>
                      <a:lnTo>
                        <a:pt x="26816" y="96276"/>
                      </a:lnTo>
                      <a:cubicBezTo>
                        <a:pt x="26816" y="96459"/>
                        <a:pt x="26755" y="96611"/>
                        <a:pt x="26618" y="96748"/>
                      </a:cubicBezTo>
                      <a:lnTo>
                        <a:pt x="13225" y="110140"/>
                      </a:lnTo>
                      <a:cubicBezTo>
                        <a:pt x="13103" y="110270"/>
                        <a:pt x="12940" y="110335"/>
                        <a:pt x="12772" y="110335"/>
                      </a:cubicBezTo>
                      <a:cubicBezTo>
                        <a:pt x="12604" y="110335"/>
                        <a:pt x="12433" y="110270"/>
                        <a:pt x="12296" y="110140"/>
                      </a:cubicBezTo>
                      <a:lnTo>
                        <a:pt x="7618" y="105448"/>
                      </a:lnTo>
                      <a:cubicBezTo>
                        <a:pt x="7428" y="105257"/>
                        <a:pt x="7180" y="105162"/>
                        <a:pt x="6933" y="105162"/>
                      </a:cubicBezTo>
                      <a:cubicBezTo>
                        <a:pt x="6685" y="105162"/>
                        <a:pt x="6438" y="105257"/>
                        <a:pt x="6247" y="105448"/>
                      </a:cubicBezTo>
                      <a:lnTo>
                        <a:pt x="381" y="111314"/>
                      </a:lnTo>
                      <a:cubicBezTo>
                        <a:pt x="1" y="111695"/>
                        <a:pt x="1" y="112304"/>
                        <a:pt x="381" y="112685"/>
                      </a:cubicBezTo>
                      <a:lnTo>
                        <a:pt x="5059" y="117378"/>
                      </a:lnTo>
                      <a:cubicBezTo>
                        <a:pt x="5181" y="117515"/>
                        <a:pt x="5257" y="117667"/>
                        <a:pt x="5257" y="117850"/>
                      </a:cubicBezTo>
                      <a:cubicBezTo>
                        <a:pt x="5257" y="118048"/>
                        <a:pt x="5196" y="118200"/>
                        <a:pt x="5059" y="118322"/>
                      </a:cubicBezTo>
                      <a:lnTo>
                        <a:pt x="3231" y="120150"/>
                      </a:lnTo>
                      <a:cubicBezTo>
                        <a:pt x="2850" y="120531"/>
                        <a:pt x="2850" y="121141"/>
                        <a:pt x="3231" y="121522"/>
                      </a:cubicBezTo>
                      <a:lnTo>
                        <a:pt x="5059" y="123365"/>
                      </a:lnTo>
                      <a:cubicBezTo>
                        <a:pt x="5333" y="123609"/>
                        <a:pt x="5333" y="124020"/>
                        <a:pt x="5059" y="124295"/>
                      </a:cubicBezTo>
                      <a:cubicBezTo>
                        <a:pt x="4914" y="124432"/>
                        <a:pt x="4754" y="124489"/>
                        <a:pt x="4602" y="124489"/>
                      </a:cubicBezTo>
                      <a:cubicBezTo>
                        <a:pt x="4449" y="124489"/>
                        <a:pt x="4305" y="124432"/>
                        <a:pt x="4190" y="124340"/>
                      </a:cubicBezTo>
                      <a:cubicBezTo>
                        <a:pt x="3962" y="124173"/>
                        <a:pt x="3825" y="123838"/>
                        <a:pt x="4038" y="123487"/>
                      </a:cubicBezTo>
                      <a:lnTo>
                        <a:pt x="3764" y="123335"/>
                      </a:lnTo>
                      <a:lnTo>
                        <a:pt x="3764" y="123335"/>
                      </a:lnTo>
                      <a:cubicBezTo>
                        <a:pt x="3459" y="123838"/>
                        <a:pt x="3672" y="124356"/>
                        <a:pt x="3992" y="124599"/>
                      </a:cubicBezTo>
                      <a:cubicBezTo>
                        <a:pt x="4175" y="124736"/>
                        <a:pt x="4373" y="124813"/>
                        <a:pt x="4602" y="124813"/>
                      </a:cubicBezTo>
                      <a:cubicBezTo>
                        <a:pt x="4830" y="124813"/>
                        <a:pt x="5059" y="124736"/>
                        <a:pt x="5272" y="124477"/>
                      </a:cubicBezTo>
                      <a:cubicBezTo>
                        <a:pt x="5455" y="124295"/>
                        <a:pt x="5562" y="124066"/>
                        <a:pt x="5562" y="123792"/>
                      </a:cubicBezTo>
                      <a:cubicBezTo>
                        <a:pt x="5562" y="123533"/>
                        <a:pt x="5455" y="123304"/>
                        <a:pt x="5272" y="123106"/>
                      </a:cubicBezTo>
                      <a:lnTo>
                        <a:pt x="3444" y="121278"/>
                      </a:lnTo>
                      <a:cubicBezTo>
                        <a:pt x="3170" y="121034"/>
                        <a:pt x="3170" y="120623"/>
                        <a:pt x="3444" y="120349"/>
                      </a:cubicBezTo>
                      <a:lnTo>
                        <a:pt x="5272" y="118520"/>
                      </a:lnTo>
                      <a:cubicBezTo>
                        <a:pt x="5455" y="118337"/>
                        <a:pt x="5562" y="118094"/>
                        <a:pt x="5562" y="117835"/>
                      </a:cubicBezTo>
                      <a:cubicBezTo>
                        <a:pt x="5562" y="117576"/>
                        <a:pt x="5455" y="117332"/>
                        <a:pt x="5272" y="117149"/>
                      </a:cubicBezTo>
                      <a:lnTo>
                        <a:pt x="579" y="112456"/>
                      </a:lnTo>
                      <a:cubicBezTo>
                        <a:pt x="320" y="112213"/>
                        <a:pt x="320" y="111801"/>
                        <a:pt x="579" y="111527"/>
                      </a:cubicBezTo>
                      <a:lnTo>
                        <a:pt x="6445" y="105661"/>
                      </a:lnTo>
                      <a:cubicBezTo>
                        <a:pt x="6575" y="105532"/>
                        <a:pt x="6742" y="105467"/>
                        <a:pt x="6912" y="105467"/>
                      </a:cubicBezTo>
                      <a:cubicBezTo>
                        <a:pt x="7081" y="105467"/>
                        <a:pt x="7253" y="105532"/>
                        <a:pt x="7390" y="105661"/>
                      </a:cubicBezTo>
                      <a:lnTo>
                        <a:pt x="12067" y="110354"/>
                      </a:lnTo>
                      <a:cubicBezTo>
                        <a:pt x="12265" y="110537"/>
                        <a:pt x="12494" y="110643"/>
                        <a:pt x="12753" y="110643"/>
                      </a:cubicBezTo>
                      <a:cubicBezTo>
                        <a:pt x="13027" y="110643"/>
                        <a:pt x="13256" y="110537"/>
                        <a:pt x="13439" y="110354"/>
                      </a:cubicBezTo>
                      <a:lnTo>
                        <a:pt x="26831" y="96961"/>
                      </a:lnTo>
                      <a:cubicBezTo>
                        <a:pt x="27014" y="96779"/>
                        <a:pt x="27120" y="96550"/>
                        <a:pt x="27120" y="96276"/>
                      </a:cubicBezTo>
                      <a:lnTo>
                        <a:pt x="27120" y="87469"/>
                      </a:lnTo>
                      <a:cubicBezTo>
                        <a:pt x="27120" y="87287"/>
                        <a:pt x="27166" y="87134"/>
                        <a:pt x="27303" y="86997"/>
                      </a:cubicBezTo>
                      <a:lnTo>
                        <a:pt x="41031" y="73270"/>
                      </a:lnTo>
                      <a:cubicBezTo>
                        <a:pt x="41412" y="72889"/>
                        <a:pt x="41412" y="72279"/>
                        <a:pt x="41031" y="71898"/>
                      </a:cubicBezTo>
                      <a:lnTo>
                        <a:pt x="23571" y="54438"/>
                      </a:lnTo>
                      <a:cubicBezTo>
                        <a:pt x="23312" y="54194"/>
                        <a:pt x="23312" y="53768"/>
                        <a:pt x="23571" y="53509"/>
                      </a:cubicBezTo>
                      <a:lnTo>
                        <a:pt x="37862" y="39217"/>
                      </a:lnTo>
                      <a:cubicBezTo>
                        <a:pt x="37984" y="39095"/>
                        <a:pt x="38155" y="39035"/>
                        <a:pt x="38327" y="39035"/>
                      </a:cubicBezTo>
                      <a:cubicBezTo>
                        <a:pt x="38498" y="39035"/>
                        <a:pt x="38669" y="39095"/>
                        <a:pt x="38791" y="39217"/>
                      </a:cubicBezTo>
                      <a:lnTo>
                        <a:pt x="45373" y="45830"/>
                      </a:lnTo>
                      <a:cubicBezTo>
                        <a:pt x="45571" y="46013"/>
                        <a:pt x="45800" y="46119"/>
                        <a:pt x="46059" y="46119"/>
                      </a:cubicBezTo>
                      <a:cubicBezTo>
                        <a:pt x="46333" y="46119"/>
                        <a:pt x="46562" y="46013"/>
                        <a:pt x="46744" y="45830"/>
                      </a:cubicBezTo>
                      <a:lnTo>
                        <a:pt x="70055" y="22519"/>
                      </a:lnTo>
                      <a:cubicBezTo>
                        <a:pt x="70436" y="22138"/>
                        <a:pt x="70436" y="21528"/>
                        <a:pt x="70055" y="21148"/>
                      </a:cubicBezTo>
                      <a:lnTo>
                        <a:pt x="63473" y="14550"/>
                      </a:lnTo>
                      <a:cubicBezTo>
                        <a:pt x="63199" y="14307"/>
                        <a:pt x="63199" y="13895"/>
                        <a:pt x="63473" y="13621"/>
                      </a:cubicBezTo>
                      <a:lnTo>
                        <a:pt x="76881" y="213"/>
                      </a:lnTo>
                      <a:lnTo>
                        <a:pt x="76668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887" name="Google Shape;887;p22"/>
              <p:cNvGrpSpPr/>
              <p:nvPr/>
            </p:nvGrpSpPr>
            <p:grpSpPr>
              <a:xfrm>
                <a:off x="-1" y="621223"/>
                <a:ext cx="699940" cy="478601"/>
                <a:chOff x="39722" y="4349021"/>
                <a:chExt cx="1061964" cy="726143"/>
              </a:xfrm>
            </p:grpSpPr>
            <p:grpSp>
              <p:nvGrpSpPr>
                <p:cNvPr id="888" name="Google Shape;888;p22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889" name="Google Shape;889;p22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rect b="b" l="l" r="r" t="t"/>
                    <a:pathLst>
                      <a:path extrusionOk="0" h="35337" w="36902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b="100%" l="0%" r="100%" t="0%"/>
                    </a:path>
                    <a:tileRect b="0%" l="-100%" r="0%" t="-100%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grpSp>
                <p:nvGrpSpPr>
                  <p:cNvPr id="890" name="Google Shape;890;p22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891" name="Google Shape;891;p22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892" name="Google Shape;892;p22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893" name="Google Shape;893;p22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894" name="Google Shape;894;p22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895" name="Google Shape;895;p22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sp>
              <p:nvSpPr>
                <p:cNvPr id="896" name="Google Shape;896;p22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rect b="b" l="l" r="r" t="t"/>
                  <a:pathLst>
                    <a:path extrusionOk="0" h="35440" w="44612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897" name="Google Shape;897;p22"/>
              <p:cNvGrpSpPr/>
              <p:nvPr/>
            </p:nvGrpSpPr>
            <p:grpSpPr>
              <a:xfrm>
                <a:off x="955673" y="11"/>
                <a:ext cx="592576" cy="405260"/>
                <a:chOff x="39722" y="4349021"/>
                <a:chExt cx="1061964" cy="726143"/>
              </a:xfrm>
            </p:grpSpPr>
            <p:grpSp>
              <p:nvGrpSpPr>
                <p:cNvPr id="898" name="Google Shape;898;p22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899" name="Google Shape;899;p22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rect b="b" l="l" r="r" t="t"/>
                    <a:pathLst>
                      <a:path extrusionOk="0" h="35337" w="36902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b="100%" l="0%" r="100%" t="0%"/>
                    </a:path>
                    <a:tileRect b="0%" l="-100%" r="0%" t="-100%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grpSp>
                <p:nvGrpSpPr>
                  <p:cNvPr id="900" name="Google Shape;900;p22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901" name="Google Shape;901;p22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02" name="Google Shape;902;p22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03" name="Google Shape;903;p22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04" name="Google Shape;904;p22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05" name="Google Shape;905;p22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sp>
              <p:nvSpPr>
                <p:cNvPr id="906" name="Google Shape;906;p22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rect b="b" l="l" r="r" t="t"/>
                  <a:pathLst>
                    <a:path extrusionOk="0" h="35440" w="44612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907" name="Google Shape;907;p22"/>
              <p:cNvGrpSpPr/>
              <p:nvPr/>
            </p:nvGrpSpPr>
            <p:grpSpPr>
              <a:xfrm>
                <a:off x="441574" y="-36652"/>
                <a:ext cx="699940" cy="478601"/>
                <a:chOff x="39722" y="4349021"/>
                <a:chExt cx="1061964" cy="726143"/>
              </a:xfrm>
            </p:grpSpPr>
            <p:grpSp>
              <p:nvGrpSpPr>
                <p:cNvPr id="908" name="Google Shape;908;p22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909" name="Google Shape;909;p22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rect b="b" l="l" r="r" t="t"/>
                    <a:pathLst>
                      <a:path extrusionOk="0" h="35337" w="36902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b="100%" l="0%" r="100%" t="0%"/>
                    </a:path>
                    <a:tileRect b="0%" l="-100%" r="0%" t="-100%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grpSp>
                <p:nvGrpSpPr>
                  <p:cNvPr id="910" name="Google Shape;910;p22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911" name="Google Shape;911;p22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12" name="Google Shape;912;p22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13" name="Google Shape;913;p22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14" name="Google Shape;914;p22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15" name="Google Shape;915;p22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sp>
              <p:nvSpPr>
                <p:cNvPr id="916" name="Google Shape;916;p22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rect b="b" l="l" r="r" t="t"/>
                  <a:pathLst>
                    <a:path extrusionOk="0" h="35440" w="44612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917" name="Google Shape;917;p22"/>
              <p:cNvGrpSpPr/>
              <p:nvPr/>
            </p:nvGrpSpPr>
            <p:grpSpPr>
              <a:xfrm>
                <a:off x="-494406" y="-252396"/>
                <a:ext cx="1741563" cy="1288563"/>
                <a:chOff x="-494406" y="-252396"/>
                <a:chExt cx="1741563" cy="1288563"/>
              </a:xfrm>
            </p:grpSpPr>
            <p:sp>
              <p:nvSpPr>
                <p:cNvPr id="918" name="Google Shape;918;p22"/>
                <p:cNvSpPr/>
                <p:nvPr/>
              </p:nvSpPr>
              <p:spPr>
                <a:xfrm rot="2700000">
                  <a:off x="137431" y="-53821"/>
                  <a:ext cx="930891" cy="891412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19" name="Google Shape;919;p22"/>
                <p:cNvSpPr/>
                <p:nvPr/>
              </p:nvSpPr>
              <p:spPr>
                <a:xfrm rot="2700000">
                  <a:off x="-315569" y="-53821"/>
                  <a:ext cx="930891" cy="891412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920" name="Google Shape;920;p22"/>
            <p:cNvGrpSpPr/>
            <p:nvPr/>
          </p:nvGrpSpPr>
          <p:grpSpPr>
            <a:xfrm>
              <a:off x="5643425" y="4968525"/>
              <a:ext cx="439200" cy="439100"/>
              <a:chOff x="1101075" y="2142375"/>
              <a:chExt cx="439200" cy="439100"/>
            </a:xfrm>
          </p:grpSpPr>
          <p:sp>
            <p:nvSpPr>
              <p:cNvPr id="921" name="Google Shape;921;p2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2" name="Google Shape;922;p2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923" name="Google Shape;923;p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24" name="Google Shape;924;p22"/>
          <p:cNvSpPr txBox="1"/>
          <p:nvPr>
            <p:ph idx="1" type="body"/>
          </p:nvPr>
        </p:nvSpPr>
        <p:spPr>
          <a:xfrm>
            <a:off x="720000" y="1139550"/>
            <a:ext cx="4290900" cy="34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  <a:defRPr sz="1200">
                <a:solidFill>
                  <a:srgbClr val="191919"/>
                </a:solidFill>
              </a:defRPr>
            </a:lvl1pPr>
            <a:lvl2pPr indent="-304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>
                <a:solidFill>
                  <a:srgbClr val="434343"/>
                </a:solidFill>
              </a:defRPr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>
                <a:solidFill>
                  <a:srgbClr val="434343"/>
                </a:solidFill>
              </a:defRPr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925" name="Google Shape;925;p22"/>
          <p:cNvSpPr txBox="1"/>
          <p:nvPr>
            <p:ph idx="2" type="body"/>
          </p:nvPr>
        </p:nvSpPr>
        <p:spPr>
          <a:xfrm>
            <a:off x="5249025" y="1139550"/>
            <a:ext cx="3174900" cy="34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  <a:defRPr sz="1200">
                <a:solidFill>
                  <a:srgbClr val="191919"/>
                </a:solidFill>
              </a:defRPr>
            </a:lvl1pPr>
            <a:lvl2pPr indent="-304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>
                <a:solidFill>
                  <a:srgbClr val="434343"/>
                </a:solidFill>
              </a:defRPr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>
                <a:solidFill>
                  <a:srgbClr val="434343"/>
                </a:solidFill>
              </a:defRPr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grpSp>
        <p:nvGrpSpPr>
          <p:cNvPr id="926" name="Google Shape;926;p22"/>
          <p:cNvGrpSpPr/>
          <p:nvPr/>
        </p:nvGrpSpPr>
        <p:grpSpPr>
          <a:xfrm>
            <a:off x="-913829" y="-2335097"/>
            <a:ext cx="5022161" cy="4764814"/>
            <a:chOff x="-837629" y="-2258897"/>
            <a:chExt cx="5022161" cy="4764814"/>
          </a:xfrm>
        </p:grpSpPr>
        <p:grpSp>
          <p:nvGrpSpPr>
            <p:cNvPr id="927" name="Google Shape;927;p22"/>
            <p:cNvGrpSpPr/>
            <p:nvPr/>
          </p:nvGrpSpPr>
          <p:grpSpPr>
            <a:xfrm>
              <a:off x="-837629" y="-736613"/>
              <a:ext cx="1989039" cy="1471668"/>
              <a:chOff x="-494406" y="-252396"/>
              <a:chExt cx="1741563" cy="1288563"/>
            </a:xfrm>
          </p:grpSpPr>
          <p:sp>
            <p:nvSpPr>
              <p:cNvPr id="928" name="Google Shape;928;p22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9" name="Google Shape;929;p22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30" name="Google Shape;930;p22"/>
            <p:cNvGrpSpPr/>
            <p:nvPr/>
          </p:nvGrpSpPr>
          <p:grpSpPr>
            <a:xfrm rot="-8100000">
              <a:off x="344623" y="-1788220"/>
              <a:ext cx="2915004" cy="3823461"/>
              <a:chOff x="2976325" y="908175"/>
              <a:chExt cx="4028179" cy="5283555"/>
            </a:xfrm>
          </p:grpSpPr>
          <p:sp>
            <p:nvSpPr>
              <p:cNvPr id="931" name="Google Shape;931;p22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2" name="Google Shape;932;p22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3" name="Google Shape;933;p22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34" name="Google Shape;934;p22"/>
            <p:cNvGrpSpPr/>
            <p:nvPr/>
          </p:nvGrpSpPr>
          <p:grpSpPr>
            <a:xfrm>
              <a:off x="-272968" y="261330"/>
              <a:ext cx="799446" cy="546640"/>
              <a:chOff x="39722" y="4349021"/>
              <a:chExt cx="1061964" cy="726143"/>
            </a:xfrm>
          </p:grpSpPr>
          <p:grpSp>
            <p:nvGrpSpPr>
              <p:cNvPr id="935" name="Google Shape;935;p2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936" name="Google Shape;936;p2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937" name="Google Shape;937;p2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938" name="Google Shape;938;p2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39" name="Google Shape;939;p2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40" name="Google Shape;940;p2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41" name="Google Shape;941;p2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42" name="Google Shape;942;p2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943" name="Google Shape;943;p2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944" name="Google Shape;944;p22"/>
          <p:cNvGrpSpPr/>
          <p:nvPr/>
        </p:nvGrpSpPr>
        <p:grpSpPr>
          <a:xfrm>
            <a:off x="-224248" y="3297090"/>
            <a:ext cx="605804" cy="2417785"/>
            <a:chOff x="-224248" y="3297090"/>
            <a:chExt cx="605804" cy="2417785"/>
          </a:xfrm>
        </p:grpSpPr>
        <p:grpSp>
          <p:nvGrpSpPr>
            <p:cNvPr id="945" name="Google Shape;945;p22"/>
            <p:cNvGrpSpPr/>
            <p:nvPr/>
          </p:nvGrpSpPr>
          <p:grpSpPr>
            <a:xfrm>
              <a:off x="143770" y="3630885"/>
              <a:ext cx="237785" cy="2083990"/>
              <a:chOff x="1040050" y="3812126"/>
              <a:chExt cx="208200" cy="1824700"/>
            </a:xfrm>
          </p:grpSpPr>
          <p:sp>
            <p:nvSpPr>
              <p:cNvPr id="946" name="Google Shape;946;p22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7" name="Google Shape;947;p22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48" name="Google Shape;948;p22"/>
            <p:cNvGrpSpPr/>
            <p:nvPr/>
          </p:nvGrpSpPr>
          <p:grpSpPr>
            <a:xfrm rot="10800000">
              <a:off x="-224248" y="3297090"/>
              <a:ext cx="439200" cy="439100"/>
              <a:chOff x="1101075" y="2142375"/>
              <a:chExt cx="439200" cy="439100"/>
            </a:xfrm>
          </p:grpSpPr>
          <p:sp>
            <p:nvSpPr>
              <p:cNvPr id="949" name="Google Shape;949;p2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0" name="Google Shape;950;p2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951" name="Google Shape;951;p22"/>
          <p:cNvGrpSpPr/>
          <p:nvPr/>
        </p:nvGrpSpPr>
        <p:grpSpPr>
          <a:xfrm>
            <a:off x="3585480" y="-1456810"/>
            <a:ext cx="3681465" cy="2759625"/>
            <a:chOff x="3585480" y="-1380610"/>
            <a:chExt cx="3681465" cy="2759625"/>
          </a:xfrm>
        </p:grpSpPr>
        <p:pic>
          <p:nvPicPr>
            <p:cNvPr id="952" name="Google Shape;952;p22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 flipH="1" rot="10800000">
              <a:off x="3585480" y="-1380610"/>
              <a:ext cx="3615750" cy="27596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953" name="Google Shape;953;p22"/>
            <p:cNvGrpSpPr/>
            <p:nvPr/>
          </p:nvGrpSpPr>
          <p:grpSpPr>
            <a:xfrm>
              <a:off x="6590156" y="-232440"/>
              <a:ext cx="676790" cy="462843"/>
              <a:chOff x="39722" y="4349021"/>
              <a:chExt cx="1061964" cy="726143"/>
            </a:xfrm>
          </p:grpSpPr>
          <p:grpSp>
            <p:nvGrpSpPr>
              <p:cNvPr id="954" name="Google Shape;954;p2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955" name="Google Shape;955;p2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956" name="Google Shape;956;p2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957" name="Google Shape;957;p2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58" name="Google Shape;958;p2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59" name="Google Shape;959;p2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60" name="Google Shape;960;p2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61" name="Google Shape;961;p2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962" name="Google Shape;962;p2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63" name="Google Shape;963;p22"/>
            <p:cNvGrpSpPr/>
            <p:nvPr/>
          </p:nvGrpSpPr>
          <p:grpSpPr>
            <a:xfrm>
              <a:off x="6003005" y="-274104"/>
              <a:ext cx="799446" cy="546640"/>
              <a:chOff x="39722" y="4349021"/>
              <a:chExt cx="1061964" cy="726143"/>
            </a:xfrm>
          </p:grpSpPr>
          <p:grpSp>
            <p:nvGrpSpPr>
              <p:cNvPr id="964" name="Google Shape;964;p2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965" name="Google Shape;965;p2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966" name="Google Shape;966;p2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967" name="Google Shape;967;p2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68" name="Google Shape;968;p2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69" name="Google Shape;969;p2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70" name="Google Shape;970;p2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71" name="Google Shape;971;p2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972" name="Google Shape;972;p2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75" name="Google Shape;975;p23"/>
          <p:cNvSpPr txBox="1"/>
          <p:nvPr>
            <p:ph idx="1" type="subTitle"/>
          </p:nvPr>
        </p:nvSpPr>
        <p:spPr>
          <a:xfrm>
            <a:off x="713225" y="2041525"/>
            <a:ext cx="5578500" cy="60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976" name="Google Shape;976;p23"/>
          <p:cNvSpPr txBox="1"/>
          <p:nvPr>
            <p:ph idx="2" type="subTitle"/>
          </p:nvPr>
        </p:nvSpPr>
        <p:spPr>
          <a:xfrm>
            <a:off x="713225" y="3366650"/>
            <a:ext cx="5578500" cy="6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977" name="Google Shape;977;p23"/>
          <p:cNvSpPr txBox="1"/>
          <p:nvPr>
            <p:ph idx="3" type="subTitle"/>
          </p:nvPr>
        </p:nvSpPr>
        <p:spPr>
          <a:xfrm>
            <a:off x="713225" y="1679400"/>
            <a:ext cx="55785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978" name="Google Shape;978;p23"/>
          <p:cNvSpPr txBox="1"/>
          <p:nvPr>
            <p:ph idx="4" type="subTitle"/>
          </p:nvPr>
        </p:nvSpPr>
        <p:spPr>
          <a:xfrm>
            <a:off x="713225" y="3040550"/>
            <a:ext cx="55785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grpSp>
        <p:nvGrpSpPr>
          <p:cNvPr id="979" name="Google Shape;979;p23"/>
          <p:cNvGrpSpPr/>
          <p:nvPr/>
        </p:nvGrpSpPr>
        <p:grpSpPr>
          <a:xfrm flipH="1" rot="-5400000">
            <a:off x="6239121" y="1032770"/>
            <a:ext cx="5022035" cy="4764449"/>
            <a:chOff x="4571996" y="2268220"/>
            <a:chExt cx="5022035" cy="4764449"/>
          </a:xfrm>
        </p:grpSpPr>
        <p:pic>
          <p:nvPicPr>
            <p:cNvPr id="980" name="Google Shape;980;p23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 flipH="1">
              <a:off x="5978271" y="3376950"/>
              <a:ext cx="3615750" cy="27596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981" name="Google Shape;981;p23"/>
            <p:cNvGrpSpPr/>
            <p:nvPr/>
          </p:nvGrpSpPr>
          <p:grpSpPr>
            <a:xfrm rot="10800000">
              <a:off x="4571996" y="2268220"/>
              <a:ext cx="5022035" cy="4764449"/>
              <a:chOff x="-494406" y="-1584825"/>
              <a:chExt cx="4397193" cy="4171657"/>
            </a:xfrm>
          </p:grpSpPr>
          <p:grpSp>
            <p:nvGrpSpPr>
              <p:cNvPr id="982" name="Google Shape;982;p23"/>
              <p:cNvGrpSpPr/>
              <p:nvPr/>
            </p:nvGrpSpPr>
            <p:grpSpPr>
              <a:xfrm>
                <a:off x="245875" y="-51824"/>
                <a:ext cx="208200" cy="1824700"/>
                <a:chOff x="1040050" y="3812126"/>
                <a:chExt cx="208200" cy="1824700"/>
              </a:xfrm>
            </p:grpSpPr>
            <p:sp>
              <p:nvSpPr>
                <p:cNvPr id="983" name="Google Shape;983;p23"/>
                <p:cNvSpPr/>
                <p:nvPr/>
              </p:nvSpPr>
              <p:spPr>
                <a:xfrm>
                  <a:off x="1040050" y="3812126"/>
                  <a:ext cx="12550" cy="1824700"/>
                </a:xfrm>
                <a:custGeom>
                  <a:rect b="b" l="l" r="r" t="t"/>
                  <a:pathLst>
                    <a:path extrusionOk="0" h="27731" w="306">
                      <a:moveTo>
                        <a:pt x="1" y="1"/>
                      </a:moveTo>
                      <a:lnTo>
                        <a:pt x="1" y="27730"/>
                      </a:lnTo>
                      <a:lnTo>
                        <a:pt x="305" y="27730"/>
                      </a:lnTo>
                      <a:lnTo>
                        <a:pt x="305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84" name="Google Shape;984;p23"/>
                <p:cNvSpPr/>
                <p:nvPr/>
              </p:nvSpPr>
              <p:spPr>
                <a:xfrm>
                  <a:off x="1235741" y="3812126"/>
                  <a:ext cx="12509" cy="1824700"/>
                </a:xfrm>
                <a:custGeom>
                  <a:rect b="b" l="l" r="r" t="t"/>
                  <a:pathLst>
                    <a:path extrusionOk="0" h="27731" w="305">
                      <a:moveTo>
                        <a:pt x="0" y="1"/>
                      </a:moveTo>
                      <a:lnTo>
                        <a:pt x="0" y="27730"/>
                      </a:lnTo>
                      <a:lnTo>
                        <a:pt x="305" y="27730"/>
                      </a:lnTo>
                      <a:lnTo>
                        <a:pt x="305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985" name="Google Shape;985;p23"/>
              <p:cNvGrpSpPr/>
              <p:nvPr/>
            </p:nvGrpSpPr>
            <p:grpSpPr>
              <a:xfrm rot="-8100000">
                <a:off x="540898" y="-1172741"/>
                <a:ext cx="2552124" cy="3347490"/>
                <a:chOff x="2976325" y="908175"/>
                <a:chExt cx="4028179" cy="5283555"/>
              </a:xfrm>
            </p:grpSpPr>
            <p:sp>
              <p:nvSpPr>
                <p:cNvPr id="986" name="Google Shape;986;p23"/>
                <p:cNvSpPr/>
                <p:nvPr/>
              </p:nvSpPr>
              <p:spPr>
                <a:xfrm>
                  <a:off x="2976325" y="930036"/>
                  <a:ext cx="4006263" cy="4749291"/>
                </a:xfrm>
                <a:custGeom>
                  <a:rect b="b" l="l" r="r" t="t"/>
                  <a:pathLst>
                    <a:path extrusionOk="0" h="115794" w="97678">
                      <a:moveTo>
                        <a:pt x="97449" y="0"/>
                      </a:moveTo>
                      <a:lnTo>
                        <a:pt x="76805" y="20645"/>
                      </a:lnTo>
                      <a:lnTo>
                        <a:pt x="76744" y="20691"/>
                      </a:lnTo>
                      <a:lnTo>
                        <a:pt x="76744" y="35927"/>
                      </a:lnTo>
                      <a:lnTo>
                        <a:pt x="63107" y="49563"/>
                      </a:lnTo>
                      <a:lnTo>
                        <a:pt x="63077" y="49608"/>
                      </a:lnTo>
                      <a:lnTo>
                        <a:pt x="63077" y="56571"/>
                      </a:lnTo>
                      <a:lnTo>
                        <a:pt x="61005" y="58659"/>
                      </a:lnTo>
                      <a:lnTo>
                        <a:pt x="61005" y="62407"/>
                      </a:lnTo>
                      <a:lnTo>
                        <a:pt x="52473" y="70939"/>
                      </a:lnTo>
                      <a:lnTo>
                        <a:pt x="52412" y="70969"/>
                      </a:lnTo>
                      <a:lnTo>
                        <a:pt x="52412" y="78541"/>
                      </a:lnTo>
                      <a:lnTo>
                        <a:pt x="46912" y="84057"/>
                      </a:lnTo>
                      <a:lnTo>
                        <a:pt x="46912" y="89633"/>
                      </a:lnTo>
                      <a:lnTo>
                        <a:pt x="33123" y="103406"/>
                      </a:lnTo>
                      <a:lnTo>
                        <a:pt x="12174" y="103406"/>
                      </a:lnTo>
                      <a:lnTo>
                        <a:pt x="0" y="115565"/>
                      </a:lnTo>
                      <a:lnTo>
                        <a:pt x="229" y="115793"/>
                      </a:lnTo>
                      <a:lnTo>
                        <a:pt x="12280" y="103711"/>
                      </a:lnTo>
                      <a:lnTo>
                        <a:pt x="33245" y="103711"/>
                      </a:lnTo>
                      <a:lnTo>
                        <a:pt x="47155" y="89801"/>
                      </a:lnTo>
                      <a:lnTo>
                        <a:pt x="47216" y="89770"/>
                      </a:lnTo>
                      <a:lnTo>
                        <a:pt x="47216" y="84179"/>
                      </a:lnTo>
                      <a:lnTo>
                        <a:pt x="52732" y="78663"/>
                      </a:lnTo>
                      <a:lnTo>
                        <a:pt x="52732" y="71106"/>
                      </a:lnTo>
                      <a:lnTo>
                        <a:pt x="61264" y="62574"/>
                      </a:lnTo>
                      <a:lnTo>
                        <a:pt x="61310" y="62513"/>
                      </a:lnTo>
                      <a:lnTo>
                        <a:pt x="61310" y="58780"/>
                      </a:lnTo>
                      <a:lnTo>
                        <a:pt x="63382" y="56708"/>
                      </a:lnTo>
                      <a:lnTo>
                        <a:pt x="63382" y="49730"/>
                      </a:lnTo>
                      <a:lnTo>
                        <a:pt x="77018" y="36109"/>
                      </a:lnTo>
                      <a:lnTo>
                        <a:pt x="77048" y="36064"/>
                      </a:lnTo>
                      <a:lnTo>
                        <a:pt x="77048" y="20828"/>
                      </a:lnTo>
                      <a:lnTo>
                        <a:pt x="97678" y="198"/>
                      </a:lnTo>
                      <a:lnTo>
                        <a:pt x="97449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87" name="Google Shape;987;p23"/>
                <p:cNvSpPr/>
                <p:nvPr/>
              </p:nvSpPr>
              <p:spPr>
                <a:xfrm>
                  <a:off x="3934943" y="908175"/>
                  <a:ext cx="2925190" cy="3057668"/>
                </a:xfrm>
                <a:custGeom>
                  <a:rect b="b" l="l" r="r" t="t"/>
                  <a:pathLst>
                    <a:path extrusionOk="0" h="74550" w="71320">
                      <a:moveTo>
                        <a:pt x="71091" y="0"/>
                      </a:moveTo>
                      <a:lnTo>
                        <a:pt x="59679" y="11397"/>
                      </a:lnTo>
                      <a:lnTo>
                        <a:pt x="54895" y="11397"/>
                      </a:lnTo>
                      <a:lnTo>
                        <a:pt x="41015" y="25307"/>
                      </a:lnTo>
                      <a:lnTo>
                        <a:pt x="40954" y="25337"/>
                      </a:lnTo>
                      <a:lnTo>
                        <a:pt x="40954" y="42325"/>
                      </a:lnTo>
                      <a:lnTo>
                        <a:pt x="31767" y="51528"/>
                      </a:lnTo>
                      <a:lnTo>
                        <a:pt x="31721" y="51574"/>
                      </a:lnTo>
                      <a:lnTo>
                        <a:pt x="31721" y="59237"/>
                      </a:lnTo>
                      <a:lnTo>
                        <a:pt x="22824" y="68135"/>
                      </a:lnTo>
                      <a:lnTo>
                        <a:pt x="6186" y="68135"/>
                      </a:lnTo>
                      <a:lnTo>
                        <a:pt x="0" y="74321"/>
                      </a:lnTo>
                      <a:lnTo>
                        <a:pt x="229" y="74549"/>
                      </a:lnTo>
                      <a:lnTo>
                        <a:pt x="6323" y="68455"/>
                      </a:lnTo>
                      <a:lnTo>
                        <a:pt x="22945" y="68455"/>
                      </a:lnTo>
                      <a:lnTo>
                        <a:pt x="31980" y="59420"/>
                      </a:lnTo>
                      <a:lnTo>
                        <a:pt x="32026" y="59374"/>
                      </a:lnTo>
                      <a:lnTo>
                        <a:pt x="32026" y="51695"/>
                      </a:lnTo>
                      <a:lnTo>
                        <a:pt x="41229" y="42508"/>
                      </a:lnTo>
                      <a:lnTo>
                        <a:pt x="41259" y="42463"/>
                      </a:lnTo>
                      <a:lnTo>
                        <a:pt x="41259" y="25475"/>
                      </a:lnTo>
                      <a:lnTo>
                        <a:pt x="55032" y="11732"/>
                      </a:lnTo>
                      <a:lnTo>
                        <a:pt x="59786" y="11732"/>
                      </a:lnTo>
                      <a:lnTo>
                        <a:pt x="71320" y="213"/>
                      </a:lnTo>
                      <a:lnTo>
                        <a:pt x="7109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88" name="Google Shape;988;p23"/>
                <p:cNvSpPr/>
                <p:nvPr/>
              </p:nvSpPr>
              <p:spPr>
                <a:xfrm>
                  <a:off x="3851189" y="1072525"/>
                  <a:ext cx="3153315" cy="5119205"/>
                </a:xfrm>
                <a:custGeom>
                  <a:rect b="b" l="l" r="r" t="t"/>
                  <a:pathLst>
                    <a:path extrusionOk="0" h="124813" w="76882">
                      <a:moveTo>
                        <a:pt x="76668" y="0"/>
                      </a:moveTo>
                      <a:lnTo>
                        <a:pt x="63260" y="13408"/>
                      </a:lnTo>
                      <a:cubicBezTo>
                        <a:pt x="62879" y="13789"/>
                        <a:pt x="62879" y="14398"/>
                        <a:pt x="63260" y="14779"/>
                      </a:cubicBezTo>
                      <a:lnTo>
                        <a:pt x="69857" y="21376"/>
                      </a:lnTo>
                      <a:cubicBezTo>
                        <a:pt x="70116" y="21620"/>
                        <a:pt x="70116" y="22046"/>
                        <a:pt x="69857" y="22305"/>
                      </a:cubicBezTo>
                      <a:lnTo>
                        <a:pt x="46546" y="45616"/>
                      </a:lnTo>
                      <a:cubicBezTo>
                        <a:pt x="46417" y="45738"/>
                        <a:pt x="46245" y="45799"/>
                        <a:pt x="46074" y="45799"/>
                      </a:cubicBezTo>
                      <a:cubicBezTo>
                        <a:pt x="45903" y="45799"/>
                        <a:pt x="45731" y="45738"/>
                        <a:pt x="45602" y="45616"/>
                      </a:cubicBezTo>
                      <a:lnTo>
                        <a:pt x="39020" y="39019"/>
                      </a:lnTo>
                      <a:cubicBezTo>
                        <a:pt x="38822" y="38836"/>
                        <a:pt x="38593" y="38745"/>
                        <a:pt x="38334" y="38745"/>
                      </a:cubicBezTo>
                      <a:cubicBezTo>
                        <a:pt x="38060" y="38745"/>
                        <a:pt x="37831" y="38836"/>
                        <a:pt x="37649" y="39019"/>
                      </a:cubicBezTo>
                      <a:lnTo>
                        <a:pt x="23357" y="53311"/>
                      </a:lnTo>
                      <a:cubicBezTo>
                        <a:pt x="22976" y="53691"/>
                        <a:pt x="22976" y="54301"/>
                        <a:pt x="23357" y="54682"/>
                      </a:cubicBezTo>
                      <a:lnTo>
                        <a:pt x="40833" y="72142"/>
                      </a:lnTo>
                      <a:cubicBezTo>
                        <a:pt x="40939" y="72279"/>
                        <a:pt x="41016" y="72432"/>
                        <a:pt x="41016" y="72614"/>
                      </a:cubicBezTo>
                      <a:cubicBezTo>
                        <a:pt x="41016" y="72812"/>
                        <a:pt x="40955" y="72965"/>
                        <a:pt x="40833" y="73102"/>
                      </a:cubicBezTo>
                      <a:lnTo>
                        <a:pt x="27090" y="86830"/>
                      </a:lnTo>
                      <a:cubicBezTo>
                        <a:pt x="26907" y="87028"/>
                        <a:pt x="26816" y="87256"/>
                        <a:pt x="26816" y="87515"/>
                      </a:cubicBezTo>
                      <a:lnTo>
                        <a:pt x="26816" y="96276"/>
                      </a:lnTo>
                      <a:cubicBezTo>
                        <a:pt x="26816" y="96459"/>
                        <a:pt x="26755" y="96611"/>
                        <a:pt x="26618" y="96748"/>
                      </a:cubicBezTo>
                      <a:lnTo>
                        <a:pt x="13225" y="110140"/>
                      </a:lnTo>
                      <a:cubicBezTo>
                        <a:pt x="13103" y="110270"/>
                        <a:pt x="12940" y="110335"/>
                        <a:pt x="12772" y="110335"/>
                      </a:cubicBezTo>
                      <a:cubicBezTo>
                        <a:pt x="12604" y="110335"/>
                        <a:pt x="12433" y="110270"/>
                        <a:pt x="12296" y="110140"/>
                      </a:cubicBezTo>
                      <a:lnTo>
                        <a:pt x="7618" y="105448"/>
                      </a:lnTo>
                      <a:cubicBezTo>
                        <a:pt x="7428" y="105257"/>
                        <a:pt x="7180" y="105162"/>
                        <a:pt x="6933" y="105162"/>
                      </a:cubicBezTo>
                      <a:cubicBezTo>
                        <a:pt x="6685" y="105162"/>
                        <a:pt x="6438" y="105257"/>
                        <a:pt x="6247" y="105448"/>
                      </a:cubicBezTo>
                      <a:lnTo>
                        <a:pt x="381" y="111314"/>
                      </a:lnTo>
                      <a:cubicBezTo>
                        <a:pt x="1" y="111695"/>
                        <a:pt x="1" y="112304"/>
                        <a:pt x="381" y="112685"/>
                      </a:cubicBezTo>
                      <a:lnTo>
                        <a:pt x="5059" y="117378"/>
                      </a:lnTo>
                      <a:cubicBezTo>
                        <a:pt x="5181" y="117515"/>
                        <a:pt x="5257" y="117667"/>
                        <a:pt x="5257" y="117850"/>
                      </a:cubicBezTo>
                      <a:cubicBezTo>
                        <a:pt x="5257" y="118048"/>
                        <a:pt x="5196" y="118200"/>
                        <a:pt x="5059" y="118322"/>
                      </a:cubicBezTo>
                      <a:lnTo>
                        <a:pt x="3231" y="120150"/>
                      </a:lnTo>
                      <a:cubicBezTo>
                        <a:pt x="2850" y="120531"/>
                        <a:pt x="2850" y="121141"/>
                        <a:pt x="3231" y="121522"/>
                      </a:cubicBezTo>
                      <a:lnTo>
                        <a:pt x="5059" y="123365"/>
                      </a:lnTo>
                      <a:cubicBezTo>
                        <a:pt x="5333" y="123609"/>
                        <a:pt x="5333" y="124020"/>
                        <a:pt x="5059" y="124295"/>
                      </a:cubicBezTo>
                      <a:cubicBezTo>
                        <a:pt x="4914" y="124432"/>
                        <a:pt x="4754" y="124489"/>
                        <a:pt x="4602" y="124489"/>
                      </a:cubicBezTo>
                      <a:cubicBezTo>
                        <a:pt x="4449" y="124489"/>
                        <a:pt x="4305" y="124432"/>
                        <a:pt x="4190" y="124340"/>
                      </a:cubicBezTo>
                      <a:cubicBezTo>
                        <a:pt x="3962" y="124173"/>
                        <a:pt x="3825" y="123838"/>
                        <a:pt x="4038" y="123487"/>
                      </a:cubicBezTo>
                      <a:lnTo>
                        <a:pt x="3764" y="123335"/>
                      </a:lnTo>
                      <a:lnTo>
                        <a:pt x="3764" y="123335"/>
                      </a:lnTo>
                      <a:cubicBezTo>
                        <a:pt x="3459" y="123838"/>
                        <a:pt x="3672" y="124356"/>
                        <a:pt x="3992" y="124599"/>
                      </a:cubicBezTo>
                      <a:cubicBezTo>
                        <a:pt x="4175" y="124736"/>
                        <a:pt x="4373" y="124813"/>
                        <a:pt x="4602" y="124813"/>
                      </a:cubicBezTo>
                      <a:cubicBezTo>
                        <a:pt x="4830" y="124813"/>
                        <a:pt x="5059" y="124736"/>
                        <a:pt x="5272" y="124477"/>
                      </a:cubicBezTo>
                      <a:cubicBezTo>
                        <a:pt x="5455" y="124295"/>
                        <a:pt x="5562" y="124066"/>
                        <a:pt x="5562" y="123792"/>
                      </a:cubicBezTo>
                      <a:cubicBezTo>
                        <a:pt x="5562" y="123533"/>
                        <a:pt x="5455" y="123304"/>
                        <a:pt x="5272" y="123106"/>
                      </a:cubicBezTo>
                      <a:lnTo>
                        <a:pt x="3444" y="121278"/>
                      </a:lnTo>
                      <a:cubicBezTo>
                        <a:pt x="3170" y="121034"/>
                        <a:pt x="3170" y="120623"/>
                        <a:pt x="3444" y="120349"/>
                      </a:cubicBezTo>
                      <a:lnTo>
                        <a:pt x="5272" y="118520"/>
                      </a:lnTo>
                      <a:cubicBezTo>
                        <a:pt x="5455" y="118337"/>
                        <a:pt x="5562" y="118094"/>
                        <a:pt x="5562" y="117835"/>
                      </a:cubicBezTo>
                      <a:cubicBezTo>
                        <a:pt x="5562" y="117576"/>
                        <a:pt x="5455" y="117332"/>
                        <a:pt x="5272" y="117149"/>
                      </a:cubicBezTo>
                      <a:lnTo>
                        <a:pt x="579" y="112456"/>
                      </a:lnTo>
                      <a:cubicBezTo>
                        <a:pt x="320" y="112213"/>
                        <a:pt x="320" y="111801"/>
                        <a:pt x="579" y="111527"/>
                      </a:cubicBezTo>
                      <a:lnTo>
                        <a:pt x="6445" y="105661"/>
                      </a:lnTo>
                      <a:cubicBezTo>
                        <a:pt x="6575" y="105532"/>
                        <a:pt x="6742" y="105467"/>
                        <a:pt x="6912" y="105467"/>
                      </a:cubicBezTo>
                      <a:cubicBezTo>
                        <a:pt x="7081" y="105467"/>
                        <a:pt x="7253" y="105532"/>
                        <a:pt x="7390" y="105661"/>
                      </a:cubicBezTo>
                      <a:lnTo>
                        <a:pt x="12067" y="110354"/>
                      </a:lnTo>
                      <a:cubicBezTo>
                        <a:pt x="12265" y="110537"/>
                        <a:pt x="12494" y="110643"/>
                        <a:pt x="12753" y="110643"/>
                      </a:cubicBezTo>
                      <a:cubicBezTo>
                        <a:pt x="13027" y="110643"/>
                        <a:pt x="13256" y="110537"/>
                        <a:pt x="13439" y="110354"/>
                      </a:cubicBezTo>
                      <a:lnTo>
                        <a:pt x="26831" y="96961"/>
                      </a:lnTo>
                      <a:cubicBezTo>
                        <a:pt x="27014" y="96779"/>
                        <a:pt x="27120" y="96550"/>
                        <a:pt x="27120" y="96276"/>
                      </a:cubicBezTo>
                      <a:lnTo>
                        <a:pt x="27120" y="87469"/>
                      </a:lnTo>
                      <a:cubicBezTo>
                        <a:pt x="27120" y="87287"/>
                        <a:pt x="27166" y="87134"/>
                        <a:pt x="27303" y="86997"/>
                      </a:cubicBezTo>
                      <a:lnTo>
                        <a:pt x="41031" y="73270"/>
                      </a:lnTo>
                      <a:cubicBezTo>
                        <a:pt x="41412" y="72889"/>
                        <a:pt x="41412" y="72279"/>
                        <a:pt x="41031" y="71898"/>
                      </a:cubicBezTo>
                      <a:lnTo>
                        <a:pt x="23571" y="54438"/>
                      </a:lnTo>
                      <a:cubicBezTo>
                        <a:pt x="23312" y="54194"/>
                        <a:pt x="23312" y="53768"/>
                        <a:pt x="23571" y="53509"/>
                      </a:cubicBezTo>
                      <a:lnTo>
                        <a:pt x="37862" y="39217"/>
                      </a:lnTo>
                      <a:cubicBezTo>
                        <a:pt x="37984" y="39095"/>
                        <a:pt x="38155" y="39035"/>
                        <a:pt x="38327" y="39035"/>
                      </a:cubicBezTo>
                      <a:cubicBezTo>
                        <a:pt x="38498" y="39035"/>
                        <a:pt x="38669" y="39095"/>
                        <a:pt x="38791" y="39217"/>
                      </a:cubicBezTo>
                      <a:lnTo>
                        <a:pt x="45373" y="45830"/>
                      </a:lnTo>
                      <a:cubicBezTo>
                        <a:pt x="45571" y="46013"/>
                        <a:pt x="45800" y="46119"/>
                        <a:pt x="46059" y="46119"/>
                      </a:cubicBezTo>
                      <a:cubicBezTo>
                        <a:pt x="46333" y="46119"/>
                        <a:pt x="46562" y="46013"/>
                        <a:pt x="46744" y="45830"/>
                      </a:cubicBezTo>
                      <a:lnTo>
                        <a:pt x="70055" y="22519"/>
                      </a:lnTo>
                      <a:cubicBezTo>
                        <a:pt x="70436" y="22138"/>
                        <a:pt x="70436" y="21528"/>
                        <a:pt x="70055" y="21148"/>
                      </a:cubicBezTo>
                      <a:lnTo>
                        <a:pt x="63473" y="14550"/>
                      </a:lnTo>
                      <a:cubicBezTo>
                        <a:pt x="63199" y="14307"/>
                        <a:pt x="63199" y="13895"/>
                        <a:pt x="63473" y="13621"/>
                      </a:cubicBezTo>
                      <a:lnTo>
                        <a:pt x="76881" y="213"/>
                      </a:lnTo>
                      <a:lnTo>
                        <a:pt x="76668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989" name="Google Shape;989;p23"/>
              <p:cNvGrpSpPr/>
              <p:nvPr/>
            </p:nvGrpSpPr>
            <p:grpSpPr>
              <a:xfrm>
                <a:off x="-1" y="621223"/>
                <a:ext cx="699940" cy="478601"/>
                <a:chOff x="39722" y="4349021"/>
                <a:chExt cx="1061964" cy="726143"/>
              </a:xfrm>
            </p:grpSpPr>
            <p:grpSp>
              <p:nvGrpSpPr>
                <p:cNvPr id="990" name="Google Shape;990;p23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991" name="Google Shape;991;p23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rect b="b" l="l" r="r" t="t"/>
                    <a:pathLst>
                      <a:path extrusionOk="0" h="35337" w="36902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b="100%" l="0%" r="100%" t="0%"/>
                    </a:path>
                    <a:tileRect b="0%" l="-100%" r="0%" t="-100%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grpSp>
                <p:nvGrpSpPr>
                  <p:cNvPr id="992" name="Google Shape;992;p23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993" name="Google Shape;993;p23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94" name="Google Shape;994;p23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95" name="Google Shape;995;p23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96" name="Google Shape;996;p23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97" name="Google Shape;997;p23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sp>
              <p:nvSpPr>
                <p:cNvPr id="998" name="Google Shape;998;p23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rect b="b" l="l" r="r" t="t"/>
                  <a:pathLst>
                    <a:path extrusionOk="0" h="35440" w="44612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999" name="Google Shape;999;p23"/>
              <p:cNvGrpSpPr/>
              <p:nvPr/>
            </p:nvGrpSpPr>
            <p:grpSpPr>
              <a:xfrm>
                <a:off x="955673" y="11"/>
                <a:ext cx="592576" cy="405260"/>
                <a:chOff x="39722" y="4349021"/>
                <a:chExt cx="1061964" cy="726143"/>
              </a:xfrm>
            </p:grpSpPr>
            <p:grpSp>
              <p:nvGrpSpPr>
                <p:cNvPr id="1000" name="Google Shape;1000;p23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1001" name="Google Shape;1001;p23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rect b="b" l="l" r="r" t="t"/>
                    <a:pathLst>
                      <a:path extrusionOk="0" h="35337" w="36902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b="100%" l="0%" r="100%" t="0%"/>
                    </a:path>
                    <a:tileRect b="0%" l="-100%" r="0%" t="-100%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grpSp>
                <p:nvGrpSpPr>
                  <p:cNvPr id="1002" name="Google Shape;1002;p23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1003" name="Google Shape;1003;p23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04" name="Google Shape;1004;p23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05" name="Google Shape;1005;p23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06" name="Google Shape;1006;p23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07" name="Google Shape;1007;p23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sp>
              <p:nvSpPr>
                <p:cNvPr id="1008" name="Google Shape;1008;p23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rect b="b" l="l" r="r" t="t"/>
                  <a:pathLst>
                    <a:path extrusionOk="0" h="35440" w="44612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009" name="Google Shape;1009;p23"/>
              <p:cNvGrpSpPr/>
              <p:nvPr/>
            </p:nvGrpSpPr>
            <p:grpSpPr>
              <a:xfrm>
                <a:off x="441574" y="-36652"/>
                <a:ext cx="699940" cy="478601"/>
                <a:chOff x="39722" y="4349021"/>
                <a:chExt cx="1061964" cy="726143"/>
              </a:xfrm>
            </p:grpSpPr>
            <p:grpSp>
              <p:nvGrpSpPr>
                <p:cNvPr id="1010" name="Google Shape;1010;p23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1011" name="Google Shape;1011;p23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rect b="b" l="l" r="r" t="t"/>
                    <a:pathLst>
                      <a:path extrusionOk="0" h="35337" w="36902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b="100%" l="0%" r="100%" t="0%"/>
                    </a:path>
                    <a:tileRect b="0%" l="-100%" r="0%" t="-100%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grpSp>
                <p:nvGrpSpPr>
                  <p:cNvPr id="1012" name="Google Shape;1012;p23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1013" name="Google Shape;1013;p23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14" name="Google Shape;1014;p23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15" name="Google Shape;1015;p23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16" name="Google Shape;1016;p23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17" name="Google Shape;1017;p23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sp>
              <p:nvSpPr>
                <p:cNvPr id="1018" name="Google Shape;1018;p23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rect b="b" l="l" r="r" t="t"/>
                  <a:pathLst>
                    <a:path extrusionOk="0" h="35440" w="44612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019" name="Google Shape;1019;p23"/>
              <p:cNvGrpSpPr/>
              <p:nvPr/>
            </p:nvGrpSpPr>
            <p:grpSpPr>
              <a:xfrm>
                <a:off x="-494406" y="-252396"/>
                <a:ext cx="1741563" cy="1288563"/>
                <a:chOff x="-494406" y="-252396"/>
                <a:chExt cx="1741563" cy="1288563"/>
              </a:xfrm>
            </p:grpSpPr>
            <p:sp>
              <p:nvSpPr>
                <p:cNvPr id="1020" name="Google Shape;1020;p23"/>
                <p:cNvSpPr/>
                <p:nvPr/>
              </p:nvSpPr>
              <p:spPr>
                <a:xfrm rot="2700000">
                  <a:off x="137431" y="-53821"/>
                  <a:ext cx="930891" cy="891412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21" name="Google Shape;1021;p23"/>
                <p:cNvSpPr/>
                <p:nvPr/>
              </p:nvSpPr>
              <p:spPr>
                <a:xfrm rot="2700000">
                  <a:off x="-315569" y="-53821"/>
                  <a:ext cx="930891" cy="891412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022" name="Google Shape;1022;p23"/>
            <p:cNvGrpSpPr/>
            <p:nvPr/>
          </p:nvGrpSpPr>
          <p:grpSpPr>
            <a:xfrm>
              <a:off x="5643425" y="4968525"/>
              <a:ext cx="439200" cy="439100"/>
              <a:chOff x="1101075" y="2142375"/>
              <a:chExt cx="439200" cy="439100"/>
            </a:xfrm>
          </p:grpSpPr>
          <p:sp>
            <p:nvSpPr>
              <p:cNvPr id="1023" name="Google Shape;1023;p23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4" name="Google Shape;1024;p23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pic>
        <p:nvPicPr>
          <p:cNvPr id="1025" name="Google Shape;1025;p23"/>
          <p:cNvPicPr preferRelativeResize="0"/>
          <p:nvPr/>
        </p:nvPicPr>
        <p:blipFill rotWithShape="1">
          <a:blip r:embed="rId2">
            <a:alphaModFix/>
          </a:blip>
          <a:srcRect b="26177" l="16960" r="7121" t="24718"/>
          <a:stretch/>
        </p:blipFill>
        <p:spPr>
          <a:xfrm rot="5400000">
            <a:off x="-1432850" y="882950"/>
            <a:ext cx="2441950" cy="18637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26" name="Google Shape;1026;p23"/>
          <p:cNvGrpSpPr/>
          <p:nvPr/>
        </p:nvGrpSpPr>
        <p:grpSpPr>
          <a:xfrm rot="10800000">
            <a:off x="6045700" y="237976"/>
            <a:ext cx="4558967" cy="134100"/>
            <a:chOff x="796100" y="3019701"/>
            <a:chExt cx="4558967" cy="134100"/>
          </a:xfrm>
        </p:grpSpPr>
        <p:sp>
          <p:nvSpPr>
            <p:cNvPr id="1027" name="Google Shape;1027;p23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028" name="Google Shape;1028;p23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29" name="Google Shape;1029;p23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30" name="Google Shape;1030;p23"/>
          <p:cNvGrpSpPr/>
          <p:nvPr/>
        </p:nvGrpSpPr>
        <p:grpSpPr>
          <a:xfrm>
            <a:off x="-1143750" y="3925887"/>
            <a:ext cx="4558967" cy="1517787"/>
            <a:chOff x="-1143750" y="3849687"/>
            <a:chExt cx="4558967" cy="1517787"/>
          </a:xfrm>
        </p:grpSpPr>
        <p:grpSp>
          <p:nvGrpSpPr>
            <p:cNvPr id="1031" name="Google Shape;1031;p23"/>
            <p:cNvGrpSpPr/>
            <p:nvPr/>
          </p:nvGrpSpPr>
          <p:grpSpPr>
            <a:xfrm rot="5400000">
              <a:off x="-805838" y="4155104"/>
              <a:ext cx="1517787" cy="906953"/>
              <a:chOff x="-55500" y="4835979"/>
              <a:chExt cx="1517787" cy="906953"/>
            </a:xfrm>
          </p:grpSpPr>
          <p:sp>
            <p:nvSpPr>
              <p:cNvPr id="1032" name="Google Shape;1032;p23"/>
              <p:cNvSpPr/>
              <p:nvPr/>
            </p:nvSpPr>
            <p:spPr>
              <a:xfrm>
                <a:off x="-55500" y="4895154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3" name="Google Shape;1033;p23"/>
              <p:cNvSpPr/>
              <p:nvPr/>
            </p:nvSpPr>
            <p:spPr>
              <a:xfrm>
                <a:off x="522674" y="4951702"/>
                <a:ext cx="340329" cy="325895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4" name="Google Shape;1034;p23"/>
              <p:cNvSpPr/>
              <p:nvPr/>
            </p:nvSpPr>
            <p:spPr>
              <a:xfrm>
                <a:off x="401812" y="5185579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5" name="Google Shape;1035;p23"/>
              <p:cNvSpPr/>
              <p:nvPr/>
            </p:nvSpPr>
            <p:spPr>
              <a:xfrm>
                <a:off x="880250" y="4835979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36" name="Google Shape;1036;p23"/>
            <p:cNvGrpSpPr/>
            <p:nvPr/>
          </p:nvGrpSpPr>
          <p:grpSpPr>
            <a:xfrm>
              <a:off x="-549966" y="3946426"/>
              <a:ext cx="2833357" cy="1421047"/>
              <a:chOff x="-677366" y="4067276"/>
              <a:chExt cx="2833357" cy="1421047"/>
            </a:xfrm>
          </p:grpSpPr>
          <p:sp>
            <p:nvSpPr>
              <p:cNvPr id="1037" name="Google Shape;1037;p23"/>
              <p:cNvSpPr/>
              <p:nvPr/>
            </p:nvSpPr>
            <p:spPr>
              <a:xfrm rot="5400000">
                <a:off x="28789" y="3361120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038" name="Google Shape;1038;p23"/>
              <p:cNvGrpSpPr/>
              <p:nvPr/>
            </p:nvGrpSpPr>
            <p:grpSpPr>
              <a:xfrm>
                <a:off x="317735" y="4614472"/>
                <a:ext cx="161977" cy="161940"/>
                <a:chOff x="1101075" y="2142375"/>
                <a:chExt cx="439200" cy="439100"/>
              </a:xfrm>
            </p:grpSpPr>
            <p:sp>
              <p:nvSpPr>
                <p:cNvPr id="1039" name="Google Shape;1039;p23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40" name="Google Shape;1040;p23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041" name="Google Shape;1041;p23"/>
              <p:cNvGrpSpPr/>
              <p:nvPr/>
            </p:nvGrpSpPr>
            <p:grpSpPr>
              <a:xfrm rot="10800000">
                <a:off x="1700151" y="5032693"/>
                <a:ext cx="161977" cy="161940"/>
                <a:chOff x="1101075" y="2142375"/>
                <a:chExt cx="439200" cy="439100"/>
              </a:xfrm>
            </p:grpSpPr>
            <p:sp>
              <p:nvSpPr>
                <p:cNvPr id="1042" name="Google Shape;1042;p23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43" name="Google Shape;1043;p23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1044" name="Google Shape;1044;p23"/>
            <p:cNvSpPr/>
            <p:nvPr/>
          </p:nvSpPr>
          <p:spPr>
            <a:xfrm rot="-5400000">
              <a:off x="362395" y="3696219"/>
              <a:ext cx="503090" cy="2327806"/>
            </a:xfrm>
            <a:custGeom>
              <a:rect b="b" l="l" r="r" t="t"/>
              <a:pathLst>
                <a:path extrusionOk="0" h="56755" w="12266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45" name="Google Shape;1045;p23"/>
            <p:cNvGrpSpPr/>
            <p:nvPr/>
          </p:nvGrpSpPr>
          <p:grpSpPr>
            <a:xfrm>
              <a:off x="-1143750" y="4741576"/>
              <a:ext cx="4558967" cy="134100"/>
              <a:chOff x="796100" y="3019701"/>
              <a:chExt cx="4558967" cy="134100"/>
            </a:xfrm>
          </p:grpSpPr>
          <p:sp>
            <p:nvSpPr>
              <p:cNvPr id="1046" name="Google Shape;1046;p23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047" name="Google Shape;1047;p23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48" name="Google Shape;1048;p23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0" name="Google Shape;1050;p24"/>
          <p:cNvGrpSpPr/>
          <p:nvPr/>
        </p:nvGrpSpPr>
        <p:grpSpPr>
          <a:xfrm>
            <a:off x="7059553" y="-2136808"/>
            <a:ext cx="4192757" cy="4558967"/>
            <a:chOff x="6983353" y="-2136808"/>
            <a:chExt cx="4192757" cy="4558967"/>
          </a:xfrm>
        </p:grpSpPr>
        <p:grpSp>
          <p:nvGrpSpPr>
            <p:cNvPr id="1051" name="Google Shape;1051;p24"/>
            <p:cNvGrpSpPr/>
            <p:nvPr/>
          </p:nvGrpSpPr>
          <p:grpSpPr>
            <a:xfrm rot="-509296">
              <a:off x="7187207" y="-982000"/>
              <a:ext cx="3785049" cy="3043008"/>
              <a:chOff x="7103825" y="-713112"/>
              <a:chExt cx="3785226" cy="3043150"/>
            </a:xfrm>
          </p:grpSpPr>
          <p:sp>
            <p:nvSpPr>
              <p:cNvPr id="1052" name="Google Shape;1052;p24"/>
              <p:cNvSpPr/>
              <p:nvPr/>
            </p:nvSpPr>
            <p:spPr>
              <a:xfrm rot="-3600017">
                <a:off x="7761095" y="-21"/>
                <a:ext cx="2152450" cy="1864030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1053" name="Google Shape;1053;p24"/>
              <p:cNvPicPr preferRelativeResize="0"/>
              <p:nvPr/>
            </p:nvPicPr>
            <p:blipFill rotWithShape="1">
              <a:blip r:embed="rId2">
                <a:alphaModFix/>
              </a:blip>
              <a:srcRect b="17663" l="0" r="0" t="17657"/>
              <a:stretch/>
            </p:blipFill>
            <p:spPr>
              <a:xfrm>
                <a:off x="7103825" y="-713112"/>
                <a:ext cx="3785226" cy="28889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054" name="Google Shape;1054;p24"/>
            <p:cNvGrpSpPr/>
            <p:nvPr/>
          </p:nvGrpSpPr>
          <p:grpSpPr>
            <a:xfrm rot="5400000">
              <a:off x="6489450" y="75626"/>
              <a:ext cx="4558967" cy="134100"/>
              <a:chOff x="796100" y="3019701"/>
              <a:chExt cx="4558967" cy="134100"/>
            </a:xfrm>
          </p:grpSpPr>
          <p:sp>
            <p:nvSpPr>
              <p:cNvPr id="1055" name="Google Shape;1055;p24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056" name="Google Shape;1056;p24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57" name="Google Shape;1057;p24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058" name="Google Shape;1058;p24"/>
          <p:cNvSpPr txBox="1"/>
          <p:nvPr>
            <p:ph idx="1" type="subTitle"/>
          </p:nvPr>
        </p:nvSpPr>
        <p:spPr>
          <a:xfrm>
            <a:off x="720000" y="2649975"/>
            <a:ext cx="1981800" cy="10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9" name="Google Shape;1059;p24"/>
          <p:cNvSpPr txBox="1"/>
          <p:nvPr>
            <p:ph idx="2" type="subTitle"/>
          </p:nvPr>
        </p:nvSpPr>
        <p:spPr>
          <a:xfrm>
            <a:off x="3584484" y="2649975"/>
            <a:ext cx="1981800" cy="10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0" name="Google Shape;1060;p24"/>
          <p:cNvSpPr txBox="1"/>
          <p:nvPr>
            <p:ph idx="3" type="subTitle"/>
          </p:nvPr>
        </p:nvSpPr>
        <p:spPr>
          <a:xfrm>
            <a:off x="6448975" y="2649975"/>
            <a:ext cx="1981800" cy="10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1" name="Google Shape;1061;p2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62" name="Google Shape;1062;p24"/>
          <p:cNvSpPr txBox="1"/>
          <p:nvPr>
            <p:ph idx="4" type="subTitle"/>
          </p:nvPr>
        </p:nvSpPr>
        <p:spPr>
          <a:xfrm>
            <a:off x="720000" y="2323875"/>
            <a:ext cx="19818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063" name="Google Shape;1063;p24"/>
          <p:cNvSpPr txBox="1"/>
          <p:nvPr>
            <p:ph idx="5" type="subTitle"/>
          </p:nvPr>
        </p:nvSpPr>
        <p:spPr>
          <a:xfrm>
            <a:off x="3584483" y="2323875"/>
            <a:ext cx="19818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064" name="Google Shape;1064;p24"/>
          <p:cNvSpPr txBox="1"/>
          <p:nvPr>
            <p:ph idx="6" type="subTitle"/>
          </p:nvPr>
        </p:nvSpPr>
        <p:spPr>
          <a:xfrm>
            <a:off x="6448972" y="2323875"/>
            <a:ext cx="19818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grpSp>
        <p:nvGrpSpPr>
          <p:cNvPr id="1065" name="Google Shape;1065;p24"/>
          <p:cNvGrpSpPr/>
          <p:nvPr/>
        </p:nvGrpSpPr>
        <p:grpSpPr>
          <a:xfrm>
            <a:off x="6067575" y="2796625"/>
            <a:ext cx="4006263" cy="4771152"/>
            <a:chOff x="5915175" y="2339425"/>
            <a:chExt cx="4006263" cy="4771152"/>
          </a:xfrm>
        </p:grpSpPr>
        <p:sp>
          <p:nvSpPr>
            <p:cNvPr id="1066" name="Google Shape;1066;p24"/>
            <p:cNvSpPr/>
            <p:nvPr/>
          </p:nvSpPr>
          <p:spPr>
            <a:xfrm>
              <a:off x="5915175" y="2361286"/>
              <a:ext cx="4006263" cy="4749291"/>
            </a:xfrm>
            <a:custGeom>
              <a:rect b="b" l="l" r="r" t="t"/>
              <a:pathLst>
                <a:path extrusionOk="0" h="115794" w="97678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7" name="Google Shape;1067;p24"/>
            <p:cNvSpPr/>
            <p:nvPr/>
          </p:nvSpPr>
          <p:spPr>
            <a:xfrm>
              <a:off x="6873793" y="2339425"/>
              <a:ext cx="2925190" cy="3057668"/>
            </a:xfrm>
            <a:custGeom>
              <a:rect b="b" l="l" r="r" t="t"/>
              <a:pathLst>
                <a:path extrusionOk="0" h="74550" w="7132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68" name="Google Shape;1068;p24"/>
            <p:cNvGrpSpPr/>
            <p:nvPr/>
          </p:nvGrpSpPr>
          <p:grpSpPr>
            <a:xfrm>
              <a:off x="7520550" y="4608575"/>
              <a:ext cx="582050" cy="582425"/>
              <a:chOff x="959750" y="3039275"/>
              <a:chExt cx="582050" cy="582425"/>
            </a:xfrm>
          </p:grpSpPr>
          <p:sp>
            <p:nvSpPr>
              <p:cNvPr id="1069" name="Google Shape;1069;p24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0" name="Google Shape;1070;p24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1" name="Google Shape;1071;p24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2" name="Google Shape;1072;p24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3" name="Google Shape;1073;p24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4" name="Google Shape;1074;p24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5" name="Google Shape;1075;p24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76" name="Google Shape;1076;p24"/>
            <p:cNvGrpSpPr/>
            <p:nvPr/>
          </p:nvGrpSpPr>
          <p:grpSpPr>
            <a:xfrm>
              <a:off x="8484675" y="3658275"/>
              <a:ext cx="582050" cy="582425"/>
              <a:chOff x="959750" y="3039275"/>
              <a:chExt cx="582050" cy="582425"/>
            </a:xfrm>
          </p:grpSpPr>
          <p:sp>
            <p:nvSpPr>
              <p:cNvPr id="1077" name="Google Shape;1077;p24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8" name="Google Shape;1078;p24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9" name="Google Shape;1079;p24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0" name="Google Shape;1080;p24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1" name="Google Shape;1081;p24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2" name="Google Shape;1082;p24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3" name="Google Shape;1083;p24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084" name="Google Shape;1084;p24"/>
          <p:cNvGrpSpPr/>
          <p:nvPr/>
        </p:nvGrpSpPr>
        <p:grpSpPr>
          <a:xfrm>
            <a:off x="-235366" y="3828554"/>
            <a:ext cx="5249359" cy="2992224"/>
            <a:chOff x="-258616" y="3430829"/>
            <a:chExt cx="5249359" cy="2992224"/>
          </a:xfrm>
        </p:grpSpPr>
        <p:pic>
          <p:nvPicPr>
            <p:cNvPr id="1085" name="Google Shape;1085;p24"/>
            <p:cNvPicPr preferRelativeResize="0"/>
            <p:nvPr/>
          </p:nvPicPr>
          <p:blipFill rotWithShape="1">
            <a:blip r:embed="rId3">
              <a:alphaModFix/>
            </a:blip>
            <a:srcRect b="26177" l="16960" r="7121" t="24718"/>
            <a:stretch/>
          </p:blipFill>
          <p:spPr>
            <a:xfrm>
              <a:off x="1070243" y="3430829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6" name="Google Shape;1086;p24"/>
            <p:cNvSpPr/>
            <p:nvPr/>
          </p:nvSpPr>
          <p:spPr>
            <a:xfrm>
              <a:off x="363250" y="4667754"/>
              <a:ext cx="582037" cy="55735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31360"/>
                  </a:schemeClr>
                </a:gs>
                <a:gs pos="22000">
                  <a:schemeClr val="lt1">
                    <a:alpha val="31360"/>
                  </a:schemeClr>
                </a:gs>
                <a:gs pos="45000">
                  <a:srgbClr val="FFFFFF">
                    <a:alpha val="0"/>
                    <a:alpha val="31360"/>
                  </a:srgbClr>
                </a:gs>
                <a:gs pos="100000">
                  <a:srgbClr val="0C0A9E">
                    <a:alpha val="50196"/>
                    <a:alpha val="3136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7" name="Google Shape;1087;p24"/>
            <p:cNvSpPr/>
            <p:nvPr/>
          </p:nvSpPr>
          <p:spPr>
            <a:xfrm>
              <a:off x="941424" y="4724302"/>
              <a:ext cx="340329" cy="325895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8" name="Google Shape;1088;p24"/>
            <p:cNvSpPr/>
            <p:nvPr/>
          </p:nvSpPr>
          <p:spPr>
            <a:xfrm>
              <a:off x="820562" y="4958179"/>
              <a:ext cx="582037" cy="55735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31360"/>
                  </a:schemeClr>
                </a:gs>
                <a:gs pos="22000">
                  <a:schemeClr val="lt1">
                    <a:alpha val="31360"/>
                  </a:schemeClr>
                </a:gs>
                <a:gs pos="45000">
                  <a:srgbClr val="FFFFFF">
                    <a:alpha val="0"/>
                    <a:alpha val="31360"/>
                  </a:srgbClr>
                </a:gs>
                <a:gs pos="100000">
                  <a:srgbClr val="0C0A9E">
                    <a:alpha val="50196"/>
                    <a:alpha val="3136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9" name="Google Shape;1089;p24"/>
            <p:cNvSpPr/>
            <p:nvPr/>
          </p:nvSpPr>
          <p:spPr>
            <a:xfrm>
              <a:off x="1299000" y="4608579"/>
              <a:ext cx="582037" cy="55735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0" name="Google Shape;1090;p24"/>
            <p:cNvSpPr/>
            <p:nvPr/>
          </p:nvSpPr>
          <p:spPr>
            <a:xfrm rot="5400000">
              <a:off x="447539" y="3133720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91" name="Google Shape;1091;p24"/>
            <p:cNvGrpSpPr/>
            <p:nvPr/>
          </p:nvGrpSpPr>
          <p:grpSpPr>
            <a:xfrm>
              <a:off x="736485" y="4387072"/>
              <a:ext cx="161977" cy="161940"/>
              <a:chOff x="1101075" y="2142375"/>
              <a:chExt cx="439200" cy="439100"/>
            </a:xfrm>
          </p:grpSpPr>
          <p:sp>
            <p:nvSpPr>
              <p:cNvPr id="1092" name="Google Shape;1092;p24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3" name="Google Shape;1093;p24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94" name="Google Shape;1094;p24"/>
            <p:cNvGrpSpPr/>
            <p:nvPr/>
          </p:nvGrpSpPr>
          <p:grpSpPr>
            <a:xfrm rot="10800000">
              <a:off x="2118901" y="4805293"/>
              <a:ext cx="161977" cy="161940"/>
              <a:chOff x="1101075" y="2142375"/>
              <a:chExt cx="439200" cy="439100"/>
            </a:xfrm>
          </p:grpSpPr>
          <p:sp>
            <p:nvSpPr>
              <p:cNvPr id="1095" name="Google Shape;1095;p24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6" name="Google Shape;1096;p24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097" name="Google Shape;1097;p24"/>
          <p:cNvGrpSpPr/>
          <p:nvPr/>
        </p:nvGrpSpPr>
        <p:grpSpPr>
          <a:xfrm>
            <a:off x="-515563" y="-797996"/>
            <a:ext cx="1433417" cy="2584783"/>
            <a:chOff x="-363163" y="-645596"/>
            <a:chExt cx="1433417" cy="2584783"/>
          </a:xfrm>
        </p:grpSpPr>
        <p:grpSp>
          <p:nvGrpSpPr>
            <p:cNvPr id="1098" name="Google Shape;1098;p24"/>
            <p:cNvGrpSpPr/>
            <p:nvPr/>
          </p:nvGrpSpPr>
          <p:grpSpPr>
            <a:xfrm rot="10800000">
              <a:off x="-64595" y="-645596"/>
              <a:ext cx="1134849" cy="2370191"/>
              <a:chOff x="-575575" y="3685599"/>
              <a:chExt cx="1421048" cy="2967932"/>
            </a:xfrm>
          </p:grpSpPr>
          <p:sp>
            <p:nvSpPr>
              <p:cNvPr id="1099" name="Google Shape;1099;p24"/>
              <p:cNvSpPr/>
              <p:nvPr/>
            </p:nvSpPr>
            <p:spPr>
              <a:xfrm>
                <a:off x="-575575" y="3685599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0" name="Google Shape;1100;p24"/>
              <p:cNvSpPr/>
              <p:nvPr/>
            </p:nvSpPr>
            <p:spPr>
              <a:xfrm rot="10800000">
                <a:off x="-575573" y="3820175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101" name="Google Shape;1101;p24"/>
            <p:cNvSpPr/>
            <p:nvPr/>
          </p:nvSpPr>
          <p:spPr>
            <a:xfrm>
              <a:off x="0" y="361650"/>
              <a:ext cx="581991" cy="575861"/>
            </a:xfrm>
            <a:custGeom>
              <a:rect b="b" l="l" r="r" t="t"/>
              <a:pathLst>
                <a:path extrusionOk="0" h="35790" w="36171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2" name="Google Shape;1102;p24"/>
            <p:cNvSpPr/>
            <p:nvPr/>
          </p:nvSpPr>
          <p:spPr>
            <a:xfrm>
              <a:off x="131225" y="0"/>
              <a:ext cx="581991" cy="575861"/>
            </a:xfrm>
            <a:custGeom>
              <a:rect b="b" l="l" r="r" t="t"/>
              <a:pathLst>
                <a:path extrusionOk="0" h="35790" w="36171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03" name="Google Shape;1103;p24"/>
            <p:cNvGrpSpPr/>
            <p:nvPr/>
          </p:nvGrpSpPr>
          <p:grpSpPr>
            <a:xfrm flipH="1" rot="-2700000">
              <a:off x="-216370" y="1084101"/>
              <a:ext cx="708093" cy="708493"/>
              <a:chOff x="3678700" y="407275"/>
              <a:chExt cx="708100" cy="708500"/>
            </a:xfrm>
          </p:grpSpPr>
          <p:sp>
            <p:nvSpPr>
              <p:cNvPr id="1104" name="Google Shape;1104;p24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5" name="Google Shape;1105;p24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rect b="b" l="l" r="r" t="t"/>
                <a:pathLst>
                  <a:path extrusionOk="0" h="9995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6" name="Google Shape;1106;p24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7" name="Google Shape;1107;p24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rect b="b" l="l" r="r" t="t"/>
                <a:pathLst>
                  <a:path extrusionOk="0" h="9981" w="9995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8" name="Google Shape;1108;p24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9" name="Google Shape;1109;p24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rect b="b" l="l" r="r" t="t"/>
                <a:pathLst>
                  <a:path extrusionOk="0" h="9981" w="998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0" name="Google Shape;1110;p24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6_1">
    <p:spTree>
      <p:nvGrpSpPr>
        <p:cNvPr id="111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p25"/>
          <p:cNvSpPr txBox="1"/>
          <p:nvPr>
            <p:ph idx="1" type="subTitle"/>
          </p:nvPr>
        </p:nvSpPr>
        <p:spPr>
          <a:xfrm>
            <a:off x="720000" y="3520475"/>
            <a:ext cx="1981800" cy="10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3" name="Google Shape;1113;p25"/>
          <p:cNvSpPr txBox="1"/>
          <p:nvPr>
            <p:ph idx="2" type="subTitle"/>
          </p:nvPr>
        </p:nvSpPr>
        <p:spPr>
          <a:xfrm>
            <a:off x="3584484" y="3520475"/>
            <a:ext cx="1981800" cy="10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4" name="Google Shape;1114;p25"/>
          <p:cNvSpPr txBox="1"/>
          <p:nvPr>
            <p:ph idx="3" type="subTitle"/>
          </p:nvPr>
        </p:nvSpPr>
        <p:spPr>
          <a:xfrm>
            <a:off x="6448975" y="3520475"/>
            <a:ext cx="1981800" cy="10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5" name="Google Shape;1115;p2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16" name="Google Shape;1116;p25"/>
          <p:cNvSpPr txBox="1"/>
          <p:nvPr>
            <p:ph idx="4" type="subTitle"/>
          </p:nvPr>
        </p:nvSpPr>
        <p:spPr>
          <a:xfrm>
            <a:off x="720000" y="3194375"/>
            <a:ext cx="19818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117" name="Google Shape;1117;p25"/>
          <p:cNvSpPr txBox="1"/>
          <p:nvPr>
            <p:ph idx="5" type="subTitle"/>
          </p:nvPr>
        </p:nvSpPr>
        <p:spPr>
          <a:xfrm>
            <a:off x="3584483" y="3194375"/>
            <a:ext cx="19818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118" name="Google Shape;1118;p25"/>
          <p:cNvSpPr txBox="1"/>
          <p:nvPr>
            <p:ph idx="6" type="subTitle"/>
          </p:nvPr>
        </p:nvSpPr>
        <p:spPr>
          <a:xfrm>
            <a:off x="6448972" y="3194375"/>
            <a:ext cx="19818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119" name="Google Shape;1119;p25"/>
          <p:cNvSpPr/>
          <p:nvPr>
            <p:ph idx="7" type="pic"/>
          </p:nvPr>
        </p:nvSpPr>
        <p:spPr>
          <a:xfrm>
            <a:off x="720000" y="1236800"/>
            <a:ext cx="1981800" cy="16623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120" name="Google Shape;1120;p25"/>
          <p:cNvSpPr/>
          <p:nvPr>
            <p:ph idx="8" type="pic"/>
          </p:nvPr>
        </p:nvSpPr>
        <p:spPr>
          <a:xfrm>
            <a:off x="3584475" y="1236800"/>
            <a:ext cx="1981800" cy="16623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121" name="Google Shape;1121;p25"/>
          <p:cNvSpPr/>
          <p:nvPr>
            <p:ph idx="9" type="pic"/>
          </p:nvPr>
        </p:nvSpPr>
        <p:spPr>
          <a:xfrm>
            <a:off x="6448950" y="1236800"/>
            <a:ext cx="1981800" cy="16623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grpSp>
        <p:nvGrpSpPr>
          <p:cNvPr id="1122" name="Google Shape;1122;p25"/>
          <p:cNvGrpSpPr/>
          <p:nvPr/>
        </p:nvGrpSpPr>
        <p:grpSpPr>
          <a:xfrm>
            <a:off x="-928041" y="3925887"/>
            <a:ext cx="2833357" cy="1517787"/>
            <a:chOff x="-623241" y="3849687"/>
            <a:chExt cx="2833357" cy="1517787"/>
          </a:xfrm>
        </p:grpSpPr>
        <p:grpSp>
          <p:nvGrpSpPr>
            <p:cNvPr id="1123" name="Google Shape;1123;p25"/>
            <p:cNvGrpSpPr/>
            <p:nvPr/>
          </p:nvGrpSpPr>
          <p:grpSpPr>
            <a:xfrm rot="5400000">
              <a:off x="-879113" y="4155104"/>
              <a:ext cx="1517787" cy="906953"/>
              <a:chOff x="-55500" y="4835979"/>
              <a:chExt cx="1517787" cy="906953"/>
            </a:xfrm>
          </p:grpSpPr>
          <p:sp>
            <p:nvSpPr>
              <p:cNvPr id="1124" name="Google Shape;1124;p25"/>
              <p:cNvSpPr/>
              <p:nvPr/>
            </p:nvSpPr>
            <p:spPr>
              <a:xfrm>
                <a:off x="-55500" y="4895154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5" name="Google Shape;1125;p25"/>
              <p:cNvSpPr/>
              <p:nvPr/>
            </p:nvSpPr>
            <p:spPr>
              <a:xfrm>
                <a:off x="522674" y="4951702"/>
                <a:ext cx="340329" cy="325895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6" name="Google Shape;1126;p25"/>
              <p:cNvSpPr/>
              <p:nvPr/>
            </p:nvSpPr>
            <p:spPr>
              <a:xfrm>
                <a:off x="401812" y="5185579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7" name="Google Shape;1127;p25"/>
              <p:cNvSpPr/>
              <p:nvPr/>
            </p:nvSpPr>
            <p:spPr>
              <a:xfrm>
                <a:off x="880250" y="4835979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28" name="Google Shape;1128;p25"/>
            <p:cNvGrpSpPr/>
            <p:nvPr/>
          </p:nvGrpSpPr>
          <p:grpSpPr>
            <a:xfrm>
              <a:off x="-623241" y="3946426"/>
              <a:ext cx="2833357" cy="1421047"/>
              <a:chOff x="-677366" y="4067276"/>
              <a:chExt cx="2833357" cy="1421047"/>
            </a:xfrm>
          </p:grpSpPr>
          <p:sp>
            <p:nvSpPr>
              <p:cNvPr id="1129" name="Google Shape;1129;p25"/>
              <p:cNvSpPr/>
              <p:nvPr/>
            </p:nvSpPr>
            <p:spPr>
              <a:xfrm rot="5400000">
                <a:off x="28789" y="3361120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130" name="Google Shape;1130;p25"/>
              <p:cNvGrpSpPr/>
              <p:nvPr/>
            </p:nvGrpSpPr>
            <p:grpSpPr>
              <a:xfrm>
                <a:off x="317735" y="4614472"/>
                <a:ext cx="161977" cy="161940"/>
                <a:chOff x="1101075" y="2142375"/>
                <a:chExt cx="439200" cy="439100"/>
              </a:xfrm>
            </p:grpSpPr>
            <p:sp>
              <p:nvSpPr>
                <p:cNvPr id="1131" name="Google Shape;1131;p25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32" name="Google Shape;1132;p25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133" name="Google Shape;1133;p25"/>
              <p:cNvGrpSpPr/>
              <p:nvPr/>
            </p:nvGrpSpPr>
            <p:grpSpPr>
              <a:xfrm rot="10800000">
                <a:off x="1700151" y="5032693"/>
                <a:ext cx="161977" cy="161940"/>
                <a:chOff x="1101075" y="2142375"/>
                <a:chExt cx="439200" cy="439100"/>
              </a:xfrm>
            </p:grpSpPr>
            <p:sp>
              <p:nvSpPr>
                <p:cNvPr id="1134" name="Google Shape;1134;p25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35" name="Google Shape;1135;p25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1136" name="Google Shape;1136;p25"/>
            <p:cNvSpPr/>
            <p:nvPr/>
          </p:nvSpPr>
          <p:spPr>
            <a:xfrm rot="-5400000">
              <a:off x="289120" y="3696219"/>
              <a:ext cx="503090" cy="2327806"/>
            </a:xfrm>
            <a:custGeom>
              <a:rect b="b" l="l" r="r" t="t"/>
              <a:pathLst>
                <a:path extrusionOk="0" h="56755" w="12266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37" name="Google Shape;1137;p25"/>
          <p:cNvGrpSpPr/>
          <p:nvPr/>
        </p:nvGrpSpPr>
        <p:grpSpPr>
          <a:xfrm>
            <a:off x="6400125" y="-1754449"/>
            <a:ext cx="4189199" cy="3065874"/>
            <a:chOff x="6171525" y="-1678249"/>
            <a:chExt cx="4189199" cy="3065874"/>
          </a:xfrm>
        </p:grpSpPr>
        <p:sp>
          <p:nvSpPr>
            <p:cNvPr id="1138" name="Google Shape;1138;p25"/>
            <p:cNvSpPr/>
            <p:nvPr/>
          </p:nvSpPr>
          <p:spPr>
            <a:xfrm rot="-5400000">
              <a:off x="6808863" y="-808395"/>
              <a:ext cx="1558682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139" name="Google Shape;1139;p25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>
              <a:off x="6587425" y="-1678249"/>
              <a:ext cx="3773299" cy="28798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0" name="Google Shape;1140;p25"/>
            <p:cNvSpPr/>
            <p:nvPr/>
          </p:nvSpPr>
          <p:spPr>
            <a:xfrm>
              <a:off x="8292929" y="-80469"/>
              <a:ext cx="904284" cy="86593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41" name="Google Shape;1141;p25"/>
            <p:cNvGrpSpPr/>
            <p:nvPr/>
          </p:nvGrpSpPr>
          <p:grpSpPr>
            <a:xfrm rot="-2700000">
              <a:off x="8302147" y="61289"/>
              <a:ext cx="582044" cy="582419"/>
              <a:chOff x="959750" y="3039275"/>
              <a:chExt cx="582050" cy="582425"/>
            </a:xfrm>
          </p:grpSpPr>
          <p:sp>
            <p:nvSpPr>
              <p:cNvPr id="1142" name="Google Shape;1142;p25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3" name="Google Shape;1143;p25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4" name="Google Shape;1144;p25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5" name="Google Shape;1145;p25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6" name="Google Shape;1146;p25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7" name="Google Shape;1147;p25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8" name="Google Shape;1148;p25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49" name="Google Shape;1149;p25"/>
            <p:cNvGrpSpPr/>
            <p:nvPr/>
          </p:nvGrpSpPr>
          <p:grpSpPr>
            <a:xfrm rot="-2700000">
              <a:off x="8551447" y="61289"/>
              <a:ext cx="582044" cy="582419"/>
              <a:chOff x="959750" y="3039275"/>
              <a:chExt cx="582050" cy="582425"/>
            </a:xfrm>
          </p:grpSpPr>
          <p:sp>
            <p:nvSpPr>
              <p:cNvPr id="1150" name="Google Shape;1150;p25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1" name="Google Shape;1151;p25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2" name="Google Shape;1152;p25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3" name="Google Shape;1153;p25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4" name="Google Shape;1154;p25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5" name="Google Shape;1155;p25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6" name="Google Shape;1156;p25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157" name="Google Shape;1157;p25"/>
          <p:cNvGrpSpPr/>
          <p:nvPr/>
        </p:nvGrpSpPr>
        <p:grpSpPr>
          <a:xfrm rot="2700000">
            <a:off x="8945322" y="2352177"/>
            <a:ext cx="439196" cy="439096"/>
            <a:chOff x="1101075" y="2142375"/>
            <a:chExt cx="439200" cy="439100"/>
          </a:xfrm>
        </p:grpSpPr>
        <p:sp>
          <p:nvSpPr>
            <p:cNvPr id="1158" name="Google Shape;1158;p25"/>
            <p:cNvSpPr/>
            <p:nvPr/>
          </p:nvSpPr>
          <p:spPr>
            <a:xfrm>
              <a:off x="1101075" y="2142375"/>
              <a:ext cx="439200" cy="439100"/>
            </a:xfrm>
            <a:custGeom>
              <a:rect b="b" l="l" r="r" t="t"/>
              <a:pathLst>
                <a:path extrusionOk="0" h="17564" w="17568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9" name="Google Shape;1159;p25"/>
            <p:cNvSpPr/>
            <p:nvPr/>
          </p:nvSpPr>
          <p:spPr>
            <a:xfrm>
              <a:off x="1189450" y="2242350"/>
              <a:ext cx="262850" cy="239700"/>
            </a:xfrm>
            <a:custGeom>
              <a:rect b="b" l="l" r="r" t="t"/>
              <a:pathLst>
                <a:path extrusionOk="0" h="9588" w="10514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60" name="Google Shape;1160;p25"/>
          <p:cNvGrpSpPr/>
          <p:nvPr/>
        </p:nvGrpSpPr>
        <p:grpSpPr>
          <a:xfrm rot="10800000">
            <a:off x="4995775" y="180626"/>
            <a:ext cx="4558967" cy="134100"/>
            <a:chOff x="796100" y="3019701"/>
            <a:chExt cx="4558967" cy="134100"/>
          </a:xfrm>
        </p:grpSpPr>
        <p:sp>
          <p:nvSpPr>
            <p:cNvPr id="1161" name="Google Shape;1161;p25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162" name="Google Shape;1162;p25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63" name="Google Shape;1163;p25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1164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p2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66" name="Google Shape;1166;p26"/>
          <p:cNvSpPr txBox="1"/>
          <p:nvPr>
            <p:ph idx="1" type="subTitle"/>
          </p:nvPr>
        </p:nvSpPr>
        <p:spPr>
          <a:xfrm>
            <a:off x="1804750" y="1935218"/>
            <a:ext cx="21021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7" name="Google Shape;1167;p26"/>
          <p:cNvSpPr txBox="1"/>
          <p:nvPr>
            <p:ph idx="2" type="subTitle"/>
          </p:nvPr>
        </p:nvSpPr>
        <p:spPr>
          <a:xfrm>
            <a:off x="5237152" y="1935218"/>
            <a:ext cx="21021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8" name="Google Shape;1168;p26"/>
          <p:cNvSpPr txBox="1"/>
          <p:nvPr>
            <p:ph idx="3" type="subTitle"/>
          </p:nvPr>
        </p:nvSpPr>
        <p:spPr>
          <a:xfrm>
            <a:off x="1804750" y="3561374"/>
            <a:ext cx="21021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9" name="Google Shape;1169;p26"/>
          <p:cNvSpPr txBox="1"/>
          <p:nvPr>
            <p:ph idx="4" type="subTitle"/>
          </p:nvPr>
        </p:nvSpPr>
        <p:spPr>
          <a:xfrm>
            <a:off x="5237152" y="3561374"/>
            <a:ext cx="21021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0" name="Google Shape;1170;p26"/>
          <p:cNvSpPr txBox="1"/>
          <p:nvPr>
            <p:ph idx="5" type="subTitle"/>
          </p:nvPr>
        </p:nvSpPr>
        <p:spPr>
          <a:xfrm>
            <a:off x="1804750" y="1605775"/>
            <a:ext cx="21021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171" name="Google Shape;1171;p26"/>
          <p:cNvSpPr txBox="1"/>
          <p:nvPr>
            <p:ph idx="6" type="subTitle"/>
          </p:nvPr>
        </p:nvSpPr>
        <p:spPr>
          <a:xfrm>
            <a:off x="5237150" y="1605775"/>
            <a:ext cx="21021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172" name="Google Shape;1172;p26"/>
          <p:cNvSpPr txBox="1"/>
          <p:nvPr>
            <p:ph idx="7" type="subTitle"/>
          </p:nvPr>
        </p:nvSpPr>
        <p:spPr>
          <a:xfrm>
            <a:off x="1804750" y="3231981"/>
            <a:ext cx="21021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173" name="Google Shape;1173;p26"/>
          <p:cNvSpPr txBox="1"/>
          <p:nvPr>
            <p:ph idx="8" type="subTitle"/>
          </p:nvPr>
        </p:nvSpPr>
        <p:spPr>
          <a:xfrm>
            <a:off x="5237150" y="3231981"/>
            <a:ext cx="21021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grpSp>
        <p:nvGrpSpPr>
          <p:cNvPr id="1174" name="Google Shape;1174;p26"/>
          <p:cNvGrpSpPr/>
          <p:nvPr/>
        </p:nvGrpSpPr>
        <p:grpSpPr>
          <a:xfrm>
            <a:off x="-2902027" y="1271890"/>
            <a:ext cx="6191222" cy="6191222"/>
            <a:chOff x="-2825827" y="1271890"/>
            <a:chExt cx="6191222" cy="6191222"/>
          </a:xfrm>
        </p:grpSpPr>
        <p:pic>
          <p:nvPicPr>
            <p:cNvPr id="1175" name="Google Shape;1175;p26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>
              <a:off x="-680950" y="386672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176" name="Google Shape;1176;p26"/>
            <p:cNvGrpSpPr/>
            <p:nvPr/>
          </p:nvGrpSpPr>
          <p:grpSpPr>
            <a:xfrm>
              <a:off x="-2825827" y="1271890"/>
              <a:ext cx="6191222" cy="6191222"/>
              <a:chOff x="-2825827" y="1271890"/>
              <a:chExt cx="6191222" cy="6191222"/>
            </a:xfrm>
          </p:grpSpPr>
          <p:sp>
            <p:nvSpPr>
              <p:cNvPr id="1177" name="Google Shape;1177;p26"/>
              <p:cNvSpPr/>
              <p:nvPr/>
            </p:nvSpPr>
            <p:spPr>
              <a:xfrm flipH="1" rot="2700000">
                <a:off x="-1733384" y="1992813"/>
                <a:ext cx="4006334" cy="4749375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8" name="Google Shape;1178;p26"/>
              <p:cNvSpPr/>
              <p:nvPr/>
            </p:nvSpPr>
            <p:spPr>
              <a:xfrm flipH="1" rot="2700000">
                <a:off x="-1192832" y="2500186"/>
                <a:ext cx="2925242" cy="3057723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179" name="Google Shape;1179;p26"/>
              <p:cNvGrpSpPr/>
              <p:nvPr/>
            </p:nvGrpSpPr>
            <p:grpSpPr>
              <a:xfrm rot="10800000">
                <a:off x="384881" y="3042905"/>
                <a:ext cx="134100" cy="134100"/>
                <a:chOff x="-1999139" y="3143772"/>
                <a:chExt cx="134100" cy="134100"/>
              </a:xfrm>
            </p:grpSpPr>
            <p:sp>
              <p:nvSpPr>
                <p:cNvPr id="1180" name="Google Shape;1180;p26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81" name="Google Shape;1181;p26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182" name="Google Shape;1182;p26"/>
              <p:cNvGrpSpPr/>
              <p:nvPr/>
            </p:nvGrpSpPr>
            <p:grpSpPr>
              <a:xfrm rot="10800000">
                <a:off x="146106" y="3710980"/>
                <a:ext cx="134100" cy="134100"/>
                <a:chOff x="-1999139" y="3143772"/>
                <a:chExt cx="134100" cy="134100"/>
              </a:xfrm>
            </p:grpSpPr>
            <p:sp>
              <p:nvSpPr>
                <p:cNvPr id="1183" name="Google Shape;1183;p26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84" name="Google Shape;1184;p26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185" name="Google Shape;1185;p26"/>
              <p:cNvGrpSpPr/>
              <p:nvPr/>
            </p:nvGrpSpPr>
            <p:grpSpPr>
              <a:xfrm>
                <a:off x="-102297" y="3780153"/>
                <a:ext cx="939901" cy="2449421"/>
                <a:chOff x="-102297" y="3780153"/>
                <a:chExt cx="939901" cy="2449421"/>
              </a:xfrm>
            </p:grpSpPr>
            <p:sp>
              <p:nvSpPr>
                <p:cNvPr id="1186" name="Google Shape;1186;p26"/>
                <p:cNvSpPr/>
                <p:nvPr/>
              </p:nvSpPr>
              <p:spPr>
                <a:xfrm rot="10800000">
                  <a:off x="260154" y="4254866"/>
                  <a:ext cx="577450" cy="1974708"/>
                </a:xfrm>
                <a:custGeom>
                  <a:rect b="b" l="l" r="r" t="t"/>
                  <a:pathLst>
                    <a:path extrusionOk="0" h="48146" w="14079">
                      <a:moveTo>
                        <a:pt x="13866" y="0"/>
                      </a:moveTo>
                      <a:lnTo>
                        <a:pt x="5867" y="7999"/>
                      </a:lnTo>
                      <a:lnTo>
                        <a:pt x="5836" y="8045"/>
                      </a:lnTo>
                      <a:lnTo>
                        <a:pt x="5836" y="31737"/>
                      </a:lnTo>
                      <a:lnTo>
                        <a:pt x="1" y="37541"/>
                      </a:lnTo>
                      <a:lnTo>
                        <a:pt x="1" y="48146"/>
                      </a:lnTo>
                      <a:lnTo>
                        <a:pt x="306" y="48146"/>
                      </a:lnTo>
                      <a:lnTo>
                        <a:pt x="306" y="37679"/>
                      </a:lnTo>
                      <a:lnTo>
                        <a:pt x="6141" y="31874"/>
                      </a:lnTo>
                      <a:lnTo>
                        <a:pt x="6141" y="8167"/>
                      </a:lnTo>
                      <a:lnTo>
                        <a:pt x="14079" y="229"/>
                      </a:lnTo>
                      <a:lnTo>
                        <a:pt x="13866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87" name="Google Shape;1187;p26"/>
                <p:cNvSpPr/>
                <p:nvPr/>
              </p:nvSpPr>
              <p:spPr>
                <a:xfrm rot="10800000">
                  <a:off x="-102297" y="3780153"/>
                  <a:ext cx="687411" cy="2086997"/>
                </a:xfrm>
                <a:custGeom>
                  <a:rect b="b" l="l" r="r" t="t"/>
                  <a:pathLst>
                    <a:path extrusionOk="0" h="43180" w="16760">
                      <a:moveTo>
                        <a:pt x="16531" y="1"/>
                      </a:moveTo>
                      <a:lnTo>
                        <a:pt x="4403" y="12159"/>
                      </a:lnTo>
                      <a:lnTo>
                        <a:pt x="4342" y="12190"/>
                      </a:lnTo>
                      <a:lnTo>
                        <a:pt x="4342" y="25734"/>
                      </a:lnTo>
                      <a:lnTo>
                        <a:pt x="0" y="30077"/>
                      </a:lnTo>
                      <a:lnTo>
                        <a:pt x="8746" y="38822"/>
                      </a:lnTo>
                      <a:lnTo>
                        <a:pt x="8746" y="43180"/>
                      </a:lnTo>
                      <a:lnTo>
                        <a:pt x="9066" y="43180"/>
                      </a:lnTo>
                      <a:lnTo>
                        <a:pt x="9066" y="38700"/>
                      </a:lnTo>
                      <a:lnTo>
                        <a:pt x="442" y="30077"/>
                      </a:lnTo>
                      <a:lnTo>
                        <a:pt x="4662" y="25872"/>
                      </a:lnTo>
                      <a:lnTo>
                        <a:pt x="4662" y="12327"/>
                      </a:lnTo>
                      <a:lnTo>
                        <a:pt x="16760" y="230"/>
                      </a:lnTo>
                      <a:lnTo>
                        <a:pt x="16531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188" name="Google Shape;1188;p26"/>
                <p:cNvGrpSpPr/>
                <p:nvPr/>
              </p:nvGrpSpPr>
              <p:grpSpPr>
                <a:xfrm rot="10800000">
                  <a:off x="532825" y="5492502"/>
                  <a:ext cx="134004" cy="134004"/>
                  <a:chOff x="8356813" y="1074288"/>
                  <a:chExt cx="351900" cy="351900"/>
                </a:xfrm>
              </p:grpSpPr>
              <p:sp>
                <p:nvSpPr>
                  <p:cNvPr id="1189" name="Google Shape;1189;p26"/>
                  <p:cNvSpPr/>
                  <p:nvPr/>
                </p:nvSpPr>
                <p:spPr>
                  <a:xfrm>
                    <a:off x="8356813" y="1074288"/>
                    <a:ext cx="351900" cy="351900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90" name="Google Shape;1190;p26"/>
                  <p:cNvSpPr/>
                  <p:nvPr/>
                </p:nvSpPr>
                <p:spPr>
                  <a:xfrm>
                    <a:off x="8406497" y="1123972"/>
                    <a:ext cx="252600" cy="252600"/>
                  </a:xfrm>
                  <a:prstGeom prst="ellipse">
                    <a:avLst/>
                  </a:pr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b="50%" l="50%" r="50%" t="50%"/>
                    </a:path>
                    <a:tileRect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</p:grpSp>
      </p:grpSp>
      <p:grpSp>
        <p:nvGrpSpPr>
          <p:cNvPr id="1191" name="Google Shape;1191;p26"/>
          <p:cNvGrpSpPr/>
          <p:nvPr/>
        </p:nvGrpSpPr>
        <p:grpSpPr>
          <a:xfrm>
            <a:off x="5650173" y="-1036475"/>
            <a:ext cx="6191222" cy="6865137"/>
            <a:chOff x="5497773" y="-1036475"/>
            <a:chExt cx="6191222" cy="6865137"/>
          </a:xfrm>
        </p:grpSpPr>
        <p:grpSp>
          <p:nvGrpSpPr>
            <p:cNvPr id="1192" name="Google Shape;1192;p26"/>
            <p:cNvGrpSpPr/>
            <p:nvPr/>
          </p:nvGrpSpPr>
          <p:grpSpPr>
            <a:xfrm>
              <a:off x="5497773" y="-362560"/>
              <a:ext cx="6191222" cy="6191222"/>
              <a:chOff x="5584373" y="-362560"/>
              <a:chExt cx="6191222" cy="6191222"/>
            </a:xfrm>
          </p:grpSpPr>
          <p:grpSp>
            <p:nvGrpSpPr>
              <p:cNvPr id="1193" name="Google Shape;1193;p26"/>
              <p:cNvGrpSpPr/>
              <p:nvPr/>
            </p:nvGrpSpPr>
            <p:grpSpPr>
              <a:xfrm>
                <a:off x="5584373" y="-362560"/>
                <a:ext cx="6191222" cy="6191222"/>
                <a:chOff x="5443673" y="-405860"/>
                <a:chExt cx="6191222" cy="6191222"/>
              </a:xfrm>
            </p:grpSpPr>
            <p:sp>
              <p:nvSpPr>
                <p:cNvPr id="1194" name="Google Shape;1194;p26"/>
                <p:cNvSpPr/>
                <p:nvPr/>
              </p:nvSpPr>
              <p:spPr>
                <a:xfrm flipH="1" rot="-8100000">
                  <a:off x="6536116" y="315063"/>
                  <a:ext cx="4006334" cy="4749375"/>
                </a:xfrm>
                <a:custGeom>
                  <a:rect b="b" l="l" r="r" t="t"/>
                  <a:pathLst>
                    <a:path extrusionOk="0" h="115794" w="97678">
                      <a:moveTo>
                        <a:pt x="97449" y="0"/>
                      </a:moveTo>
                      <a:lnTo>
                        <a:pt x="76805" y="20645"/>
                      </a:lnTo>
                      <a:lnTo>
                        <a:pt x="76744" y="20691"/>
                      </a:lnTo>
                      <a:lnTo>
                        <a:pt x="76744" y="35927"/>
                      </a:lnTo>
                      <a:lnTo>
                        <a:pt x="63107" y="49563"/>
                      </a:lnTo>
                      <a:lnTo>
                        <a:pt x="63077" y="49608"/>
                      </a:lnTo>
                      <a:lnTo>
                        <a:pt x="63077" y="56571"/>
                      </a:lnTo>
                      <a:lnTo>
                        <a:pt x="61005" y="58659"/>
                      </a:lnTo>
                      <a:lnTo>
                        <a:pt x="61005" y="62407"/>
                      </a:lnTo>
                      <a:lnTo>
                        <a:pt x="52473" y="70939"/>
                      </a:lnTo>
                      <a:lnTo>
                        <a:pt x="52412" y="70969"/>
                      </a:lnTo>
                      <a:lnTo>
                        <a:pt x="52412" y="78541"/>
                      </a:lnTo>
                      <a:lnTo>
                        <a:pt x="46912" y="84057"/>
                      </a:lnTo>
                      <a:lnTo>
                        <a:pt x="46912" y="89633"/>
                      </a:lnTo>
                      <a:lnTo>
                        <a:pt x="33123" y="103406"/>
                      </a:lnTo>
                      <a:lnTo>
                        <a:pt x="12174" y="103406"/>
                      </a:lnTo>
                      <a:lnTo>
                        <a:pt x="0" y="115565"/>
                      </a:lnTo>
                      <a:lnTo>
                        <a:pt x="229" y="115793"/>
                      </a:lnTo>
                      <a:lnTo>
                        <a:pt x="12280" y="103711"/>
                      </a:lnTo>
                      <a:lnTo>
                        <a:pt x="33245" y="103711"/>
                      </a:lnTo>
                      <a:lnTo>
                        <a:pt x="47155" y="89801"/>
                      </a:lnTo>
                      <a:lnTo>
                        <a:pt x="47216" y="89770"/>
                      </a:lnTo>
                      <a:lnTo>
                        <a:pt x="47216" y="84179"/>
                      </a:lnTo>
                      <a:lnTo>
                        <a:pt x="52732" y="78663"/>
                      </a:lnTo>
                      <a:lnTo>
                        <a:pt x="52732" y="71106"/>
                      </a:lnTo>
                      <a:lnTo>
                        <a:pt x="61264" y="62574"/>
                      </a:lnTo>
                      <a:lnTo>
                        <a:pt x="61310" y="62513"/>
                      </a:lnTo>
                      <a:lnTo>
                        <a:pt x="61310" y="58780"/>
                      </a:lnTo>
                      <a:lnTo>
                        <a:pt x="63382" y="56708"/>
                      </a:lnTo>
                      <a:lnTo>
                        <a:pt x="63382" y="49730"/>
                      </a:lnTo>
                      <a:lnTo>
                        <a:pt x="77018" y="36109"/>
                      </a:lnTo>
                      <a:lnTo>
                        <a:pt x="77048" y="36064"/>
                      </a:lnTo>
                      <a:lnTo>
                        <a:pt x="77048" y="20828"/>
                      </a:lnTo>
                      <a:lnTo>
                        <a:pt x="97678" y="198"/>
                      </a:lnTo>
                      <a:lnTo>
                        <a:pt x="97449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95" name="Google Shape;1195;p26"/>
                <p:cNvSpPr/>
                <p:nvPr/>
              </p:nvSpPr>
              <p:spPr>
                <a:xfrm flipH="1" rot="-8100000">
                  <a:off x="7076657" y="1499343"/>
                  <a:ext cx="2925242" cy="3057723"/>
                </a:xfrm>
                <a:custGeom>
                  <a:rect b="b" l="l" r="r" t="t"/>
                  <a:pathLst>
                    <a:path extrusionOk="0" h="74550" w="71320">
                      <a:moveTo>
                        <a:pt x="71091" y="0"/>
                      </a:moveTo>
                      <a:lnTo>
                        <a:pt x="59679" y="11397"/>
                      </a:lnTo>
                      <a:lnTo>
                        <a:pt x="54895" y="11397"/>
                      </a:lnTo>
                      <a:lnTo>
                        <a:pt x="41015" y="25307"/>
                      </a:lnTo>
                      <a:lnTo>
                        <a:pt x="40954" y="25337"/>
                      </a:lnTo>
                      <a:lnTo>
                        <a:pt x="40954" y="42325"/>
                      </a:lnTo>
                      <a:lnTo>
                        <a:pt x="31767" y="51528"/>
                      </a:lnTo>
                      <a:lnTo>
                        <a:pt x="31721" y="51574"/>
                      </a:lnTo>
                      <a:lnTo>
                        <a:pt x="31721" y="59237"/>
                      </a:lnTo>
                      <a:lnTo>
                        <a:pt x="22824" y="68135"/>
                      </a:lnTo>
                      <a:lnTo>
                        <a:pt x="6186" y="68135"/>
                      </a:lnTo>
                      <a:lnTo>
                        <a:pt x="0" y="74321"/>
                      </a:lnTo>
                      <a:lnTo>
                        <a:pt x="229" y="74549"/>
                      </a:lnTo>
                      <a:lnTo>
                        <a:pt x="6323" y="68455"/>
                      </a:lnTo>
                      <a:lnTo>
                        <a:pt x="22945" y="68455"/>
                      </a:lnTo>
                      <a:lnTo>
                        <a:pt x="31980" y="59420"/>
                      </a:lnTo>
                      <a:lnTo>
                        <a:pt x="32026" y="59374"/>
                      </a:lnTo>
                      <a:lnTo>
                        <a:pt x="32026" y="51695"/>
                      </a:lnTo>
                      <a:lnTo>
                        <a:pt x="41229" y="42508"/>
                      </a:lnTo>
                      <a:lnTo>
                        <a:pt x="41259" y="42463"/>
                      </a:lnTo>
                      <a:lnTo>
                        <a:pt x="41259" y="25475"/>
                      </a:lnTo>
                      <a:lnTo>
                        <a:pt x="55032" y="11732"/>
                      </a:lnTo>
                      <a:lnTo>
                        <a:pt x="59786" y="11732"/>
                      </a:lnTo>
                      <a:lnTo>
                        <a:pt x="71320" y="213"/>
                      </a:lnTo>
                      <a:lnTo>
                        <a:pt x="7109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96" name="Google Shape;1196;p26"/>
                <p:cNvSpPr/>
                <p:nvPr/>
              </p:nvSpPr>
              <p:spPr>
                <a:xfrm>
                  <a:off x="8301511" y="-335348"/>
                  <a:ext cx="577450" cy="1974708"/>
                </a:xfrm>
                <a:custGeom>
                  <a:rect b="b" l="l" r="r" t="t"/>
                  <a:pathLst>
                    <a:path extrusionOk="0" h="48146" w="14079">
                      <a:moveTo>
                        <a:pt x="13866" y="0"/>
                      </a:moveTo>
                      <a:lnTo>
                        <a:pt x="5867" y="7999"/>
                      </a:lnTo>
                      <a:lnTo>
                        <a:pt x="5836" y="8045"/>
                      </a:lnTo>
                      <a:lnTo>
                        <a:pt x="5836" y="31737"/>
                      </a:lnTo>
                      <a:lnTo>
                        <a:pt x="1" y="37541"/>
                      </a:lnTo>
                      <a:lnTo>
                        <a:pt x="1" y="48146"/>
                      </a:lnTo>
                      <a:lnTo>
                        <a:pt x="306" y="48146"/>
                      </a:lnTo>
                      <a:lnTo>
                        <a:pt x="306" y="37679"/>
                      </a:lnTo>
                      <a:lnTo>
                        <a:pt x="6141" y="31874"/>
                      </a:lnTo>
                      <a:lnTo>
                        <a:pt x="6141" y="8167"/>
                      </a:lnTo>
                      <a:lnTo>
                        <a:pt x="14079" y="229"/>
                      </a:lnTo>
                      <a:lnTo>
                        <a:pt x="13866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97" name="Google Shape;1197;p26"/>
                <p:cNvSpPr/>
                <p:nvPr/>
              </p:nvSpPr>
              <p:spPr>
                <a:xfrm>
                  <a:off x="8554000" y="27076"/>
                  <a:ext cx="687411" cy="2086997"/>
                </a:xfrm>
                <a:custGeom>
                  <a:rect b="b" l="l" r="r" t="t"/>
                  <a:pathLst>
                    <a:path extrusionOk="0" h="43180" w="16760">
                      <a:moveTo>
                        <a:pt x="16531" y="1"/>
                      </a:moveTo>
                      <a:lnTo>
                        <a:pt x="4403" y="12159"/>
                      </a:lnTo>
                      <a:lnTo>
                        <a:pt x="4342" y="12190"/>
                      </a:lnTo>
                      <a:lnTo>
                        <a:pt x="4342" y="25734"/>
                      </a:lnTo>
                      <a:lnTo>
                        <a:pt x="0" y="30077"/>
                      </a:lnTo>
                      <a:lnTo>
                        <a:pt x="8746" y="38822"/>
                      </a:lnTo>
                      <a:lnTo>
                        <a:pt x="8746" y="43180"/>
                      </a:lnTo>
                      <a:lnTo>
                        <a:pt x="9066" y="43180"/>
                      </a:lnTo>
                      <a:lnTo>
                        <a:pt x="9066" y="38700"/>
                      </a:lnTo>
                      <a:lnTo>
                        <a:pt x="442" y="30077"/>
                      </a:lnTo>
                      <a:lnTo>
                        <a:pt x="4662" y="25872"/>
                      </a:lnTo>
                      <a:lnTo>
                        <a:pt x="4662" y="12327"/>
                      </a:lnTo>
                      <a:lnTo>
                        <a:pt x="16760" y="230"/>
                      </a:lnTo>
                      <a:lnTo>
                        <a:pt x="16531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198" name="Google Shape;1198;p26"/>
              <p:cNvGrpSpPr/>
              <p:nvPr/>
            </p:nvGrpSpPr>
            <p:grpSpPr>
              <a:xfrm>
                <a:off x="8430786" y="3923547"/>
                <a:ext cx="134100" cy="134100"/>
                <a:chOff x="-1999139" y="3143772"/>
                <a:chExt cx="134100" cy="134100"/>
              </a:xfrm>
            </p:grpSpPr>
            <p:sp>
              <p:nvSpPr>
                <p:cNvPr id="1199" name="Google Shape;1199;p26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0" name="Google Shape;1200;p26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201" name="Google Shape;1201;p26"/>
              <p:cNvGrpSpPr/>
              <p:nvPr/>
            </p:nvGrpSpPr>
            <p:grpSpPr>
              <a:xfrm>
                <a:off x="8669561" y="3255472"/>
                <a:ext cx="134100" cy="134100"/>
                <a:chOff x="-1999139" y="3143772"/>
                <a:chExt cx="134100" cy="134100"/>
              </a:xfrm>
            </p:grpSpPr>
            <p:sp>
              <p:nvSpPr>
                <p:cNvPr id="1202" name="Google Shape;1202;p26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3" name="Google Shape;1203;p26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204" name="Google Shape;1204;p26"/>
              <p:cNvGrpSpPr/>
              <p:nvPr/>
            </p:nvGrpSpPr>
            <p:grpSpPr>
              <a:xfrm>
                <a:off x="8612986" y="311022"/>
                <a:ext cx="134004" cy="134004"/>
                <a:chOff x="8356813" y="1074288"/>
                <a:chExt cx="351900" cy="351900"/>
              </a:xfrm>
            </p:grpSpPr>
            <p:sp>
              <p:nvSpPr>
                <p:cNvPr id="1205" name="Google Shape;1205;p26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6" name="Google Shape;1206;p26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pic>
          <p:nvPicPr>
            <p:cNvPr id="1207" name="Google Shape;1207;p26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>
              <a:off x="6929350" y="-103647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08" name="Google Shape;1208;p26"/>
          <p:cNvGrpSpPr/>
          <p:nvPr/>
        </p:nvGrpSpPr>
        <p:grpSpPr>
          <a:xfrm>
            <a:off x="3983988" y="4933175"/>
            <a:ext cx="667916" cy="439200"/>
            <a:chOff x="3983988" y="4933175"/>
            <a:chExt cx="667916" cy="439200"/>
          </a:xfrm>
        </p:grpSpPr>
        <p:grpSp>
          <p:nvGrpSpPr>
            <p:cNvPr id="1209" name="Google Shape;1209;p26"/>
            <p:cNvGrpSpPr/>
            <p:nvPr/>
          </p:nvGrpSpPr>
          <p:grpSpPr>
            <a:xfrm rot="5400000">
              <a:off x="3983938" y="4933225"/>
              <a:ext cx="439200" cy="439100"/>
              <a:chOff x="1101075" y="2142375"/>
              <a:chExt cx="439200" cy="439100"/>
            </a:xfrm>
          </p:grpSpPr>
          <p:sp>
            <p:nvSpPr>
              <p:cNvPr id="1210" name="Google Shape;1210;p26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1" name="Google Shape;1211;p26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12" name="Google Shape;1212;p26"/>
            <p:cNvGrpSpPr/>
            <p:nvPr/>
          </p:nvGrpSpPr>
          <p:grpSpPr>
            <a:xfrm rot="5400000">
              <a:off x="4423062" y="5038369"/>
              <a:ext cx="228867" cy="228815"/>
              <a:chOff x="1101075" y="2142375"/>
              <a:chExt cx="439200" cy="439100"/>
            </a:xfrm>
          </p:grpSpPr>
          <p:sp>
            <p:nvSpPr>
              <p:cNvPr id="1213" name="Google Shape;1213;p26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4" name="Google Shape;1214;p26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1215" name="Shape 1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" name="Google Shape;1216;p2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17" name="Google Shape;1217;p27"/>
          <p:cNvSpPr txBox="1"/>
          <p:nvPr>
            <p:ph idx="1" type="subTitle"/>
          </p:nvPr>
        </p:nvSpPr>
        <p:spPr>
          <a:xfrm>
            <a:off x="720000" y="2113784"/>
            <a:ext cx="220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8" name="Google Shape;1218;p27"/>
          <p:cNvSpPr txBox="1"/>
          <p:nvPr>
            <p:ph idx="2" type="subTitle"/>
          </p:nvPr>
        </p:nvSpPr>
        <p:spPr>
          <a:xfrm>
            <a:off x="3469872" y="2113784"/>
            <a:ext cx="220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9" name="Google Shape;1219;p27"/>
          <p:cNvSpPr txBox="1"/>
          <p:nvPr>
            <p:ph idx="3" type="subTitle"/>
          </p:nvPr>
        </p:nvSpPr>
        <p:spPr>
          <a:xfrm>
            <a:off x="720000" y="3859222"/>
            <a:ext cx="220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0" name="Google Shape;1220;p27"/>
          <p:cNvSpPr txBox="1"/>
          <p:nvPr>
            <p:ph idx="4" type="subTitle"/>
          </p:nvPr>
        </p:nvSpPr>
        <p:spPr>
          <a:xfrm>
            <a:off x="3469872" y="3859222"/>
            <a:ext cx="220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1" name="Google Shape;1221;p27"/>
          <p:cNvSpPr txBox="1"/>
          <p:nvPr>
            <p:ph idx="5" type="subTitle"/>
          </p:nvPr>
        </p:nvSpPr>
        <p:spPr>
          <a:xfrm>
            <a:off x="6219751" y="2113784"/>
            <a:ext cx="220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2" name="Google Shape;1222;p27"/>
          <p:cNvSpPr txBox="1"/>
          <p:nvPr>
            <p:ph idx="6" type="subTitle"/>
          </p:nvPr>
        </p:nvSpPr>
        <p:spPr>
          <a:xfrm>
            <a:off x="6219751" y="3859222"/>
            <a:ext cx="220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3" name="Google Shape;1223;p27"/>
          <p:cNvSpPr txBox="1"/>
          <p:nvPr>
            <p:ph idx="7" type="subTitle"/>
          </p:nvPr>
        </p:nvSpPr>
        <p:spPr>
          <a:xfrm>
            <a:off x="720000" y="1787675"/>
            <a:ext cx="22041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224" name="Google Shape;1224;p27"/>
          <p:cNvSpPr txBox="1"/>
          <p:nvPr>
            <p:ph idx="8" type="subTitle"/>
          </p:nvPr>
        </p:nvSpPr>
        <p:spPr>
          <a:xfrm>
            <a:off x="3469873" y="1787675"/>
            <a:ext cx="22041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225" name="Google Shape;1225;p27"/>
          <p:cNvSpPr txBox="1"/>
          <p:nvPr>
            <p:ph idx="9" type="subTitle"/>
          </p:nvPr>
        </p:nvSpPr>
        <p:spPr>
          <a:xfrm>
            <a:off x="720000" y="3533123"/>
            <a:ext cx="22041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226" name="Google Shape;1226;p27"/>
          <p:cNvSpPr txBox="1"/>
          <p:nvPr>
            <p:ph idx="13" type="subTitle"/>
          </p:nvPr>
        </p:nvSpPr>
        <p:spPr>
          <a:xfrm>
            <a:off x="3469873" y="3533123"/>
            <a:ext cx="22041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227" name="Google Shape;1227;p27"/>
          <p:cNvSpPr txBox="1"/>
          <p:nvPr>
            <p:ph idx="14" type="subTitle"/>
          </p:nvPr>
        </p:nvSpPr>
        <p:spPr>
          <a:xfrm>
            <a:off x="6219752" y="1787675"/>
            <a:ext cx="22041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228" name="Google Shape;1228;p27"/>
          <p:cNvSpPr txBox="1"/>
          <p:nvPr>
            <p:ph idx="15" type="subTitle"/>
          </p:nvPr>
        </p:nvSpPr>
        <p:spPr>
          <a:xfrm>
            <a:off x="6219752" y="3533123"/>
            <a:ext cx="22041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grpSp>
        <p:nvGrpSpPr>
          <p:cNvPr id="1229" name="Google Shape;1229;p27"/>
          <p:cNvGrpSpPr/>
          <p:nvPr/>
        </p:nvGrpSpPr>
        <p:grpSpPr>
          <a:xfrm>
            <a:off x="6102850" y="-1735180"/>
            <a:ext cx="4625025" cy="4171657"/>
            <a:chOff x="6026650" y="-1658980"/>
            <a:chExt cx="4625025" cy="4171657"/>
          </a:xfrm>
        </p:grpSpPr>
        <p:pic>
          <p:nvPicPr>
            <p:cNvPr id="1230" name="Google Shape;1230;p27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>
              <a:off x="7361325" y="-59662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231" name="Google Shape;1231;p27"/>
            <p:cNvGrpSpPr/>
            <p:nvPr/>
          </p:nvGrpSpPr>
          <p:grpSpPr>
            <a:xfrm flipH="1" rot="-2700000">
              <a:off x="7289785" y="-1246897"/>
              <a:ext cx="2552124" cy="3347490"/>
              <a:chOff x="2976325" y="908175"/>
              <a:chExt cx="4028179" cy="5283555"/>
            </a:xfrm>
          </p:grpSpPr>
          <p:sp>
            <p:nvSpPr>
              <p:cNvPr id="1232" name="Google Shape;1232;p27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3" name="Google Shape;1233;p27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4" name="Google Shape;1234;p27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35" name="Google Shape;1235;p27"/>
            <p:cNvGrpSpPr/>
            <p:nvPr/>
          </p:nvGrpSpPr>
          <p:grpSpPr>
            <a:xfrm>
              <a:off x="6026650" y="-49075"/>
              <a:ext cx="803471" cy="494095"/>
              <a:chOff x="6394675" y="-49075"/>
              <a:chExt cx="803471" cy="494095"/>
            </a:xfrm>
          </p:grpSpPr>
          <p:sp>
            <p:nvSpPr>
              <p:cNvPr id="1236" name="Google Shape;1236;p27"/>
              <p:cNvSpPr/>
              <p:nvPr/>
            </p:nvSpPr>
            <p:spPr>
              <a:xfrm>
                <a:off x="6394675" y="0"/>
                <a:ext cx="284119" cy="246048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7" name="Google Shape;1237;p27"/>
              <p:cNvSpPr/>
              <p:nvPr/>
            </p:nvSpPr>
            <p:spPr>
              <a:xfrm>
                <a:off x="6627600" y="-49075"/>
                <a:ext cx="570546" cy="494095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238" name="Google Shape;1238;p27"/>
          <p:cNvGrpSpPr/>
          <p:nvPr/>
        </p:nvGrpSpPr>
        <p:grpSpPr>
          <a:xfrm>
            <a:off x="-1089100" y="4200325"/>
            <a:ext cx="5368850" cy="1863749"/>
            <a:chOff x="-1089100" y="4200325"/>
            <a:chExt cx="5368850" cy="1863749"/>
          </a:xfrm>
        </p:grpSpPr>
        <p:grpSp>
          <p:nvGrpSpPr>
            <p:cNvPr id="1239" name="Google Shape;1239;p27"/>
            <p:cNvGrpSpPr/>
            <p:nvPr/>
          </p:nvGrpSpPr>
          <p:grpSpPr>
            <a:xfrm>
              <a:off x="-185037" y="4598363"/>
              <a:ext cx="904666" cy="726121"/>
              <a:chOff x="7945225" y="4302000"/>
              <a:chExt cx="904666" cy="726121"/>
            </a:xfrm>
          </p:grpSpPr>
          <p:sp>
            <p:nvSpPr>
              <p:cNvPr id="1240" name="Google Shape;1240;p27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1" name="Google Shape;1241;p27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2" name="Google Shape;1242;p27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1243" name="Google Shape;1243;p27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>
              <a:off x="1837800" y="420032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244" name="Google Shape;1244;p27"/>
            <p:cNvGrpSpPr/>
            <p:nvPr/>
          </p:nvGrpSpPr>
          <p:grpSpPr>
            <a:xfrm rot="-2700000">
              <a:off x="390377" y="4688868"/>
              <a:ext cx="299453" cy="545119"/>
              <a:chOff x="-66426" y="1151064"/>
              <a:chExt cx="299455" cy="545125"/>
            </a:xfrm>
          </p:grpSpPr>
          <p:grpSp>
            <p:nvGrpSpPr>
              <p:cNvPr id="1245" name="Google Shape;1245;p27"/>
              <p:cNvGrpSpPr/>
              <p:nvPr/>
            </p:nvGrpSpPr>
            <p:grpSpPr>
              <a:xfrm>
                <a:off x="-66426" y="1396564"/>
                <a:ext cx="299455" cy="299625"/>
                <a:chOff x="3678700" y="407275"/>
                <a:chExt cx="708100" cy="708500"/>
              </a:xfrm>
            </p:grpSpPr>
            <p:sp>
              <p:nvSpPr>
                <p:cNvPr id="1246" name="Google Shape;1246;p27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47" name="Google Shape;1247;p27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48" name="Google Shape;1248;p27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49" name="Google Shape;1249;p27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50" name="Google Shape;1250;p27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51" name="Google Shape;1251;p27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52" name="Google Shape;1252;p27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253" name="Google Shape;1253;p27"/>
              <p:cNvGrpSpPr/>
              <p:nvPr/>
            </p:nvGrpSpPr>
            <p:grpSpPr>
              <a:xfrm>
                <a:off x="-66426" y="1151064"/>
                <a:ext cx="299455" cy="299625"/>
                <a:chOff x="3678700" y="407275"/>
                <a:chExt cx="708100" cy="708500"/>
              </a:xfrm>
            </p:grpSpPr>
            <p:sp>
              <p:nvSpPr>
                <p:cNvPr id="1254" name="Google Shape;1254;p27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55" name="Google Shape;1255;p27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56" name="Google Shape;1256;p27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57" name="Google Shape;1257;p27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58" name="Google Shape;1258;p27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59" name="Google Shape;1259;p27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60" name="Google Shape;1260;p27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261" name="Google Shape;1261;p27"/>
            <p:cNvGrpSpPr/>
            <p:nvPr/>
          </p:nvGrpSpPr>
          <p:grpSpPr>
            <a:xfrm>
              <a:off x="-1089100" y="4894376"/>
              <a:ext cx="4558967" cy="134100"/>
              <a:chOff x="796100" y="3019701"/>
              <a:chExt cx="4558967" cy="134100"/>
            </a:xfrm>
          </p:grpSpPr>
          <p:sp>
            <p:nvSpPr>
              <p:cNvPr id="1262" name="Google Shape;1262;p27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263" name="Google Shape;1263;p27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64" name="Google Shape;1264;p27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1265" name="Shape 1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6" name="Google Shape;1266;p28"/>
          <p:cNvSpPr txBox="1"/>
          <p:nvPr>
            <p:ph hasCustomPrompt="1" type="title"/>
          </p:nvPr>
        </p:nvSpPr>
        <p:spPr>
          <a:xfrm>
            <a:off x="2358450" y="664988"/>
            <a:ext cx="46968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200"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67" name="Google Shape;1267;p28"/>
          <p:cNvSpPr txBox="1"/>
          <p:nvPr>
            <p:ph idx="1" type="subTitle"/>
          </p:nvPr>
        </p:nvSpPr>
        <p:spPr>
          <a:xfrm>
            <a:off x="2358450" y="1282313"/>
            <a:ext cx="46968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268" name="Google Shape;1268;p28"/>
          <p:cNvSpPr txBox="1"/>
          <p:nvPr>
            <p:ph hasCustomPrompt="1" idx="2" type="title"/>
          </p:nvPr>
        </p:nvSpPr>
        <p:spPr>
          <a:xfrm>
            <a:off x="2358450" y="2027244"/>
            <a:ext cx="46968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200"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69" name="Google Shape;1269;p28"/>
          <p:cNvSpPr txBox="1"/>
          <p:nvPr>
            <p:ph idx="3" type="subTitle"/>
          </p:nvPr>
        </p:nvSpPr>
        <p:spPr>
          <a:xfrm>
            <a:off x="2358450" y="2645558"/>
            <a:ext cx="46968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270" name="Google Shape;1270;p28"/>
          <p:cNvSpPr txBox="1"/>
          <p:nvPr>
            <p:ph hasCustomPrompt="1" idx="4" type="title"/>
          </p:nvPr>
        </p:nvSpPr>
        <p:spPr>
          <a:xfrm>
            <a:off x="2358450" y="3390475"/>
            <a:ext cx="46968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200"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71" name="Google Shape;1271;p28"/>
          <p:cNvSpPr txBox="1"/>
          <p:nvPr>
            <p:ph idx="5" type="subTitle"/>
          </p:nvPr>
        </p:nvSpPr>
        <p:spPr>
          <a:xfrm>
            <a:off x="2358450" y="4009779"/>
            <a:ext cx="46968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272" name="Google Shape;1272;p28"/>
          <p:cNvSpPr/>
          <p:nvPr/>
        </p:nvSpPr>
        <p:spPr>
          <a:xfrm>
            <a:off x="6751200" y="2645550"/>
            <a:ext cx="2925000" cy="2945400"/>
          </a:xfrm>
          <a:prstGeom prst="ellipse">
            <a:avLst/>
          </a:prstGeom>
          <a:gradFill>
            <a:gsLst>
              <a:gs pos="0">
                <a:schemeClr val="lt1"/>
              </a:gs>
              <a:gs pos="18000">
                <a:schemeClr val="lt1"/>
              </a:gs>
              <a:gs pos="56000">
                <a:srgbClr val="FFFFFF">
                  <a:alpha val="0"/>
                </a:srgbClr>
              </a:gs>
              <a:gs pos="74000">
                <a:schemeClr val="lt1"/>
              </a:gs>
              <a:gs pos="100000">
                <a:srgbClr val="9900FF">
                  <a:alpha val="28627"/>
                </a:srgbClr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73" name="Google Shape;1273;p28"/>
          <p:cNvGrpSpPr/>
          <p:nvPr/>
        </p:nvGrpSpPr>
        <p:grpSpPr>
          <a:xfrm rot="5400000">
            <a:off x="8359950" y="-226050"/>
            <a:ext cx="439200" cy="439100"/>
            <a:chOff x="1101075" y="2142375"/>
            <a:chExt cx="439200" cy="439100"/>
          </a:xfrm>
        </p:grpSpPr>
        <p:sp>
          <p:nvSpPr>
            <p:cNvPr id="1274" name="Google Shape;1274;p28"/>
            <p:cNvSpPr/>
            <p:nvPr/>
          </p:nvSpPr>
          <p:spPr>
            <a:xfrm>
              <a:off x="1101075" y="2142375"/>
              <a:ext cx="439200" cy="439100"/>
            </a:xfrm>
            <a:custGeom>
              <a:rect b="b" l="l" r="r" t="t"/>
              <a:pathLst>
                <a:path extrusionOk="0" h="17564" w="17568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5" name="Google Shape;1275;p28"/>
            <p:cNvSpPr/>
            <p:nvPr/>
          </p:nvSpPr>
          <p:spPr>
            <a:xfrm>
              <a:off x="1189450" y="2242350"/>
              <a:ext cx="262850" cy="239700"/>
            </a:xfrm>
            <a:custGeom>
              <a:rect b="b" l="l" r="r" t="t"/>
              <a:pathLst>
                <a:path extrusionOk="0" h="9588" w="10514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76" name="Google Shape;1276;p28"/>
          <p:cNvGrpSpPr/>
          <p:nvPr/>
        </p:nvGrpSpPr>
        <p:grpSpPr>
          <a:xfrm>
            <a:off x="-903250" y="4838101"/>
            <a:ext cx="4558967" cy="134100"/>
            <a:chOff x="796100" y="3019701"/>
            <a:chExt cx="4558967" cy="134100"/>
          </a:xfrm>
        </p:grpSpPr>
        <p:sp>
          <p:nvSpPr>
            <p:cNvPr id="1277" name="Google Shape;1277;p28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278" name="Google Shape;1278;p28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79" name="Google Shape;1279;p28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">
    <p:spTree>
      <p:nvGrpSpPr>
        <p:cNvPr id="1280" name="Shape 1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1" name="Google Shape;1281;p29"/>
          <p:cNvSpPr txBox="1"/>
          <p:nvPr>
            <p:ph idx="1" type="subTitle"/>
          </p:nvPr>
        </p:nvSpPr>
        <p:spPr>
          <a:xfrm>
            <a:off x="1157250" y="1609575"/>
            <a:ext cx="4448100" cy="1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2" name="Google Shape;1282;p29"/>
          <p:cNvSpPr txBox="1"/>
          <p:nvPr>
            <p:ph type="title"/>
          </p:nvPr>
        </p:nvSpPr>
        <p:spPr>
          <a:xfrm>
            <a:off x="1157302" y="494775"/>
            <a:ext cx="51267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6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283" name="Google Shape;1283;p29"/>
          <p:cNvGrpSpPr/>
          <p:nvPr/>
        </p:nvGrpSpPr>
        <p:grpSpPr>
          <a:xfrm>
            <a:off x="-291585" y="-494819"/>
            <a:ext cx="1448824" cy="2238804"/>
            <a:chOff x="-308635" y="-494819"/>
            <a:chExt cx="1448824" cy="2238804"/>
          </a:xfrm>
        </p:grpSpPr>
        <p:grpSp>
          <p:nvGrpSpPr>
            <p:cNvPr id="1284" name="Google Shape;1284;p29"/>
            <p:cNvGrpSpPr/>
            <p:nvPr/>
          </p:nvGrpSpPr>
          <p:grpSpPr>
            <a:xfrm>
              <a:off x="-275757" y="-242066"/>
              <a:ext cx="981772" cy="1986051"/>
              <a:chOff x="-293545" y="3454371"/>
              <a:chExt cx="981772" cy="1986051"/>
            </a:xfrm>
          </p:grpSpPr>
          <p:sp>
            <p:nvSpPr>
              <p:cNvPr id="1285" name="Google Shape;1285;p29"/>
              <p:cNvSpPr/>
              <p:nvPr/>
            </p:nvSpPr>
            <p:spPr>
              <a:xfrm rot="10800000">
                <a:off x="-293545" y="345437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6" name="Google Shape;1286;p29"/>
              <p:cNvSpPr/>
              <p:nvPr/>
            </p:nvSpPr>
            <p:spPr>
              <a:xfrm rot="10800000">
                <a:off x="-156450" y="345490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87" name="Google Shape;1287;p29"/>
            <p:cNvGrpSpPr/>
            <p:nvPr/>
          </p:nvGrpSpPr>
          <p:grpSpPr>
            <a:xfrm>
              <a:off x="364499" y="794648"/>
              <a:ext cx="699940" cy="478601"/>
              <a:chOff x="39722" y="4349021"/>
              <a:chExt cx="1061964" cy="726143"/>
            </a:xfrm>
          </p:grpSpPr>
          <p:grpSp>
            <p:nvGrpSpPr>
              <p:cNvPr id="1288" name="Google Shape;1288;p29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289" name="Google Shape;1289;p29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290" name="Google Shape;1290;p29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291" name="Google Shape;1291;p29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92" name="Google Shape;1292;p29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93" name="Google Shape;1293;p29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94" name="Google Shape;1294;p29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95" name="Google Shape;1295;p29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1296" name="Google Shape;1296;p29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97" name="Google Shape;1297;p29"/>
            <p:cNvGrpSpPr/>
            <p:nvPr/>
          </p:nvGrpSpPr>
          <p:grpSpPr>
            <a:xfrm rot="-5400000">
              <a:off x="-460623" y="-342832"/>
              <a:ext cx="1351491" cy="1047516"/>
              <a:chOff x="-2460210" y="2758493"/>
              <a:chExt cx="1351491" cy="1047516"/>
            </a:xfrm>
          </p:grpSpPr>
          <p:sp>
            <p:nvSpPr>
              <p:cNvPr id="1298" name="Google Shape;1298;p29"/>
              <p:cNvSpPr/>
              <p:nvPr/>
            </p:nvSpPr>
            <p:spPr>
              <a:xfrm rot="-2700000">
                <a:off x="-2341816" y="31085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9" name="Google Shape;1299;p29"/>
              <p:cNvSpPr/>
              <p:nvPr/>
            </p:nvSpPr>
            <p:spPr>
              <a:xfrm rot="-2700000">
                <a:off x="-2157466" y="30323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0" name="Google Shape;1300;p29"/>
              <p:cNvSpPr/>
              <p:nvPr/>
            </p:nvSpPr>
            <p:spPr>
              <a:xfrm rot="-2700000">
                <a:off x="-1993591" y="29561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1" name="Google Shape;1301;p29"/>
              <p:cNvSpPr/>
              <p:nvPr/>
            </p:nvSpPr>
            <p:spPr>
              <a:xfrm rot="-2700000">
                <a:off x="-1809241" y="28799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02" name="Google Shape;1302;p29"/>
            <p:cNvGrpSpPr/>
            <p:nvPr/>
          </p:nvGrpSpPr>
          <p:grpSpPr>
            <a:xfrm>
              <a:off x="440249" y="455173"/>
              <a:ext cx="699940" cy="478601"/>
              <a:chOff x="39722" y="4349021"/>
              <a:chExt cx="1061964" cy="726143"/>
            </a:xfrm>
          </p:grpSpPr>
          <p:grpSp>
            <p:nvGrpSpPr>
              <p:cNvPr id="1303" name="Google Shape;1303;p29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304" name="Google Shape;1304;p29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305" name="Google Shape;1305;p29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306" name="Google Shape;1306;p29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07" name="Google Shape;1307;p29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08" name="Google Shape;1308;p29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09" name="Google Shape;1309;p29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10" name="Google Shape;1310;p29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1311" name="Google Shape;1311;p29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12" name="Google Shape;1312;p29"/>
            <p:cNvGrpSpPr/>
            <p:nvPr/>
          </p:nvGrpSpPr>
          <p:grpSpPr>
            <a:xfrm>
              <a:off x="-63826" y="511661"/>
              <a:ext cx="699940" cy="478601"/>
              <a:chOff x="39722" y="4349021"/>
              <a:chExt cx="1061964" cy="726143"/>
            </a:xfrm>
          </p:grpSpPr>
          <p:grpSp>
            <p:nvGrpSpPr>
              <p:cNvPr id="1313" name="Google Shape;1313;p29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314" name="Google Shape;1314;p29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315" name="Google Shape;1315;p29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316" name="Google Shape;1316;p29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17" name="Google Shape;1317;p29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18" name="Google Shape;1318;p29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19" name="Google Shape;1319;p29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20" name="Google Shape;1320;p29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1321" name="Google Shape;1321;p29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322" name="Google Shape;1322;p29"/>
          <p:cNvGrpSpPr/>
          <p:nvPr/>
        </p:nvGrpSpPr>
        <p:grpSpPr>
          <a:xfrm>
            <a:off x="2659712" y="4275400"/>
            <a:ext cx="4952059" cy="2992224"/>
            <a:chOff x="2659712" y="4275400"/>
            <a:chExt cx="4952059" cy="2992224"/>
          </a:xfrm>
        </p:grpSpPr>
        <p:pic>
          <p:nvPicPr>
            <p:cNvPr id="1323" name="Google Shape;1323;p29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 rot="10800000">
              <a:off x="2659712" y="4275400"/>
              <a:ext cx="3549051" cy="29922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324" name="Google Shape;1324;p29"/>
            <p:cNvGrpSpPr/>
            <p:nvPr/>
          </p:nvGrpSpPr>
          <p:grpSpPr>
            <a:xfrm rot="-5400000">
              <a:off x="3258038" y="4413859"/>
              <a:ext cx="906953" cy="1517787"/>
              <a:chOff x="79748" y="2808602"/>
              <a:chExt cx="906953" cy="1517787"/>
            </a:xfrm>
          </p:grpSpPr>
          <p:sp>
            <p:nvSpPr>
              <p:cNvPr id="1325" name="Google Shape;1325;p29"/>
              <p:cNvSpPr/>
              <p:nvPr/>
            </p:nvSpPr>
            <p:spPr>
              <a:xfrm rot="5400000">
                <a:off x="357831" y="2820944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6" name="Google Shape;1326;p29"/>
              <p:cNvSpPr/>
              <p:nvPr/>
            </p:nvSpPr>
            <p:spPr>
              <a:xfrm rot="5400000">
                <a:off x="537866" y="3393994"/>
                <a:ext cx="340329" cy="325895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7" name="Google Shape;1327;p29"/>
              <p:cNvSpPr/>
              <p:nvPr/>
            </p:nvSpPr>
            <p:spPr>
              <a:xfrm rot="5400000">
                <a:off x="67406" y="3278257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8" name="Google Shape;1328;p29"/>
              <p:cNvSpPr/>
              <p:nvPr/>
            </p:nvSpPr>
            <p:spPr>
              <a:xfrm rot="5400000">
                <a:off x="417006" y="3756694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29" name="Google Shape;1329;p29"/>
            <p:cNvGrpSpPr/>
            <p:nvPr/>
          </p:nvGrpSpPr>
          <p:grpSpPr>
            <a:xfrm rot="5400000">
              <a:off x="5484569" y="3756062"/>
              <a:ext cx="1421047" cy="2833357"/>
              <a:chOff x="334358" y="2186737"/>
              <a:chExt cx="1421047" cy="2833357"/>
            </a:xfrm>
          </p:grpSpPr>
          <p:sp>
            <p:nvSpPr>
              <p:cNvPr id="1330" name="Google Shape;1330;p29"/>
              <p:cNvSpPr/>
              <p:nvPr/>
            </p:nvSpPr>
            <p:spPr>
              <a:xfrm rot="10800000">
                <a:off x="334358" y="2186737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331" name="Google Shape;1331;p29"/>
              <p:cNvGrpSpPr/>
              <p:nvPr/>
            </p:nvGrpSpPr>
            <p:grpSpPr>
              <a:xfrm rot="5400000">
                <a:off x="1046250" y="3181856"/>
                <a:ext cx="161977" cy="161940"/>
                <a:chOff x="1101075" y="2142375"/>
                <a:chExt cx="439200" cy="439100"/>
              </a:xfrm>
            </p:grpSpPr>
            <p:sp>
              <p:nvSpPr>
                <p:cNvPr id="1332" name="Google Shape;1332;p29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33" name="Google Shape;1333;p29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334" name="Google Shape;1334;p29"/>
              <p:cNvGrpSpPr/>
              <p:nvPr/>
            </p:nvGrpSpPr>
            <p:grpSpPr>
              <a:xfrm rot="-5400000">
                <a:off x="628029" y="4564272"/>
                <a:ext cx="161977" cy="161940"/>
                <a:chOff x="1101075" y="2142375"/>
                <a:chExt cx="439200" cy="439100"/>
              </a:xfrm>
            </p:grpSpPr>
            <p:sp>
              <p:nvSpPr>
                <p:cNvPr id="1335" name="Google Shape;1335;p29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36" name="Google Shape;1336;p29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1337" name="Google Shape;1337;p29"/>
          <p:cNvSpPr txBox="1"/>
          <p:nvPr/>
        </p:nvSpPr>
        <p:spPr>
          <a:xfrm>
            <a:off x="1157300" y="3476950"/>
            <a:ext cx="5320200" cy="6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CREDITS: 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This presentation template was created by </a:t>
            </a:r>
            <a:r>
              <a:rPr b="1" lang="en" sz="1200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and includes icons, infographics &amp; images by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" sz="1200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1" lang="en" sz="1200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1" sz="1200" u="sng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1338" name="Shape 1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9" name="Google Shape;1339;p30"/>
          <p:cNvGrpSpPr/>
          <p:nvPr/>
        </p:nvGrpSpPr>
        <p:grpSpPr>
          <a:xfrm>
            <a:off x="-623241" y="3925887"/>
            <a:ext cx="2833357" cy="1517787"/>
            <a:chOff x="-623241" y="3849687"/>
            <a:chExt cx="2833357" cy="1517787"/>
          </a:xfrm>
        </p:grpSpPr>
        <p:grpSp>
          <p:nvGrpSpPr>
            <p:cNvPr id="1340" name="Google Shape;1340;p30"/>
            <p:cNvGrpSpPr/>
            <p:nvPr/>
          </p:nvGrpSpPr>
          <p:grpSpPr>
            <a:xfrm rot="5400000">
              <a:off x="-879113" y="4155104"/>
              <a:ext cx="1517787" cy="906953"/>
              <a:chOff x="-55500" y="4835979"/>
              <a:chExt cx="1517787" cy="906953"/>
            </a:xfrm>
          </p:grpSpPr>
          <p:sp>
            <p:nvSpPr>
              <p:cNvPr id="1341" name="Google Shape;1341;p30"/>
              <p:cNvSpPr/>
              <p:nvPr/>
            </p:nvSpPr>
            <p:spPr>
              <a:xfrm>
                <a:off x="-55500" y="4895154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2" name="Google Shape;1342;p30"/>
              <p:cNvSpPr/>
              <p:nvPr/>
            </p:nvSpPr>
            <p:spPr>
              <a:xfrm>
                <a:off x="522674" y="4951702"/>
                <a:ext cx="340329" cy="325895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3" name="Google Shape;1343;p30"/>
              <p:cNvSpPr/>
              <p:nvPr/>
            </p:nvSpPr>
            <p:spPr>
              <a:xfrm>
                <a:off x="401812" y="5185579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4" name="Google Shape;1344;p30"/>
              <p:cNvSpPr/>
              <p:nvPr/>
            </p:nvSpPr>
            <p:spPr>
              <a:xfrm>
                <a:off x="880250" y="4835979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45" name="Google Shape;1345;p30"/>
            <p:cNvGrpSpPr/>
            <p:nvPr/>
          </p:nvGrpSpPr>
          <p:grpSpPr>
            <a:xfrm>
              <a:off x="-623241" y="3946426"/>
              <a:ext cx="2833357" cy="1421047"/>
              <a:chOff x="-677366" y="4067276"/>
              <a:chExt cx="2833357" cy="1421047"/>
            </a:xfrm>
          </p:grpSpPr>
          <p:sp>
            <p:nvSpPr>
              <p:cNvPr id="1346" name="Google Shape;1346;p30"/>
              <p:cNvSpPr/>
              <p:nvPr/>
            </p:nvSpPr>
            <p:spPr>
              <a:xfrm rot="5400000">
                <a:off x="28789" y="3361120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347" name="Google Shape;1347;p30"/>
              <p:cNvGrpSpPr/>
              <p:nvPr/>
            </p:nvGrpSpPr>
            <p:grpSpPr>
              <a:xfrm>
                <a:off x="317735" y="4614472"/>
                <a:ext cx="161977" cy="161940"/>
                <a:chOff x="1101075" y="2142375"/>
                <a:chExt cx="439200" cy="439100"/>
              </a:xfrm>
            </p:grpSpPr>
            <p:sp>
              <p:nvSpPr>
                <p:cNvPr id="1348" name="Google Shape;1348;p30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49" name="Google Shape;1349;p30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350" name="Google Shape;1350;p30"/>
              <p:cNvGrpSpPr/>
              <p:nvPr/>
            </p:nvGrpSpPr>
            <p:grpSpPr>
              <a:xfrm rot="10800000">
                <a:off x="1700151" y="5032693"/>
                <a:ext cx="161977" cy="161940"/>
                <a:chOff x="1101075" y="2142375"/>
                <a:chExt cx="439200" cy="439100"/>
              </a:xfrm>
            </p:grpSpPr>
            <p:sp>
              <p:nvSpPr>
                <p:cNvPr id="1351" name="Google Shape;1351;p30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52" name="Google Shape;1352;p30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1353" name="Google Shape;1353;p30"/>
            <p:cNvSpPr/>
            <p:nvPr/>
          </p:nvSpPr>
          <p:spPr>
            <a:xfrm rot="-5400000">
              <a:off x="289120" y="3696219"/>
              <a:ext cx="503090" cy="2327806"/>
            </a:xfrm>
            <a:custGeom>
              <a:rect b="b" l="l" r="r" t="t"/>
              <a:pathLst>
                <a:path extrusionOk="0" h="56755" w="12266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54" name="Google Shape;1354;p30"/>
          <p:cNvGrpSpPr/>
          <p:nvPr/>
        </p:nvGrpSpPr>
        <p:grpSpPr>
          <a:xfrm>
            <a:off x="6323925" y="-1678249"/>
            <a:ext cx="4189199" cy="3065874"/>
            <a:chOff x="6171525" y="-1678249"/>
            <a:chExt cx="4189199" cy="3065874"/>
          </a:xfrm>
        </p:grpSpPr>
        <p:sp>
          <p:nvSpPr>
            <p:cNvPr id="1355" name="Google Shape;1355;p30"/>
            <p:cNvSpPr/>
            <p:nvPr/>
          </p:nvSpPr>
          <p:spPr>
            <a:xfrm rot="-5400000">
              <a:off x="6808863" y="-808395"/>
              <a:ext cx="1558682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356" name="Google Shape;1356;p30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>
              <a:off x="6587425" y="-1678249"/>
              <a:ext cx="3773299" cy="28798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7" name="Google Shape;1357;p30"/>
            <p:cNvSpPr/>
            <p:nvPr/>
          </p:nvSpPr>
          <p:spPr>
            <a:xfrm>
              <a:off x="8292929" y="-80469"/>
              <a:ext cx="904284" cy="86593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358" name="Google Shape;1358;p30"/>
            <p:cNvGrpSpPr/>
            <p:nvPr/>
          </p:nvGrpSpPr>
          <p:grpSpPr>
            <a:xfrm rot="-2700000">
              <a:off x="8302147" y="61289"/>
              <a:ext cx="582044" cy="582419"/>
              <a:chOff x="959750" y="3039275"/>
              <a:chExt cx="582050" cy="582425"/>
            </a:xfrm>
          </p:grpSpPr>
          <p:sp>
            <p:nvSpPr>
              <p:cNvPr id="1359" name="Google Shape;1359;p30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0" name="Google Shape;1360;p30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1" name="Google Shape;1361;p30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2" name="Google Shape;1362;p30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3" name="Google Shape;1363;p30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4" name="Google Shape;1364;p30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5" name="Google Shape;1365;p30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66" name="Google Shape;1366;p30"/>
            <p:cNvGrpSpPr/>
            <p:nvPr/>
          </p:nvGrpSpPr>
          <p:grpSpPr>
            <a:xfrm rot="-2700000">
              <a:off x="8551447" y="61289"/>
              <a:ext cx="582044" cy="582419"/>
              <a:chOff x="959750" y="3039275"/>
              <a:chExt cx="582050" cy="582425"/>
            </a:xfrm>
          </p:grpSpPr>
          <p:sp>
            <p:nvSpPr>
              <p:cNvPr id="1367" name="Google Shape;1367;p30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8" name="Google Shape;1368;p30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9" name="Google Shape;1369;p30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0" name="Google Shape;1370;p30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1" name="Google Shape;1371;p30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2" name="Google Shape;1372;p30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3" name="Google Shape;1373;p30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374" name="Google Shape;1374;p30"/>
          <p:cNvGrpSpPr/>
          <p:nvPr/>
        </p:nvGrpSpPr>
        <p:grpSpPr>
          <a:xfrm rot="2700000">
            <a:off x="8945322" y="2352177"/>
            <a:ext cx="439196" cy="439096"/>
            <a:chOff x="1101075" y="2142375"/>
            <a:chExt cx="439200" cy="439100"/>
          </a:xfrm>
        </p:grpSpPr>
        <p:sp>
          <p:nvSpPr>
            <p:cNvPr id="1375" name="Google Shape;1375;p30"/>
            <p:cNvSpPr/>
            <p:nvPr/>
          </p:nvSpPr>
          <p:spPr>
            <a:xfrm>
              <a:off x="1101075" y="2142375"/>
              <a:ext cx="439200" cy="439100"/>
            </a:xfrm>
            <a:custGeom>
              <a:rect b="b" l="l" r="r" t="t"/>
              <a:pathLst>
                <a:path extrusionOk="0" h="17564" w="17568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6" name="Google Shape;1376;p30"/>
            <p:cNvSpPr/>
            <p:nvPr/>
          </p:nvSpPr>
          <p:spPr>
            <a:xfrm>
              <a:off x="1189450" y="2242350"/>
              <a:ext cx="262850" cy="239700"/>
            </a:xfrm>
            <a:custGeom>
              <a:rect b="b" l="l" r="r" t="t"/>
              <a:pathLst>
                <a:path extrusionOk="0" h="9588" w="10514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bg>
      <p:bgPr>
        <a:solidFill>
          <a:schemeClr val="dk2"/>
        </a:solidFill>
      </p:bgPr>
    </p:bg>
    <p:spTree>
      <p:nvGrpSpPr>
        <p:cNvPr id="1377" name="Shape 1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8" name="Google Shape;1378;p31"/>
          <p:cNvGrpSpPr/>
          <p:nvPr/>
        </p:nvGrpSpPr>
        <p:grpSpPr>
          <a:xfrm>
            <a:off x="8332551" y="-7"/>
            <a:ext cx="2386151" cy="3293873"/>
            <a:chOff x="8256351" y="-7"/>
            <a:chExt cx="2386151" cy="3293873"/>
          </a:xfrm>
        </p:grpSpPr>
        <p:pic>
          <p:nvPicPr>
            <p:cNvPr id="1379" name="Google Shape;1379;p31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 rot="5400000">
              <a:off x="7886227" y="537590"/>
              <a:ext cx="3126400" cy="238615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380" name="Google Shape;1380;p31"/>
            <p:cNvGrpSpPr/>
            <p:nvPr/>
          </p:nvGrpSpPr>
          <p:grpSpPr>
            <a:xfrm rot="10800000">
              <a:off x="8452444" y="-7"/>
              <a:ext cx="325154" cy="1788670"/>
              <a:chOff x="8869019" y="-622132"/>
              <a:chExt cx="325154" cy="1788670"/>
            </a:xfrm>
          </p:grpSpPr>
          <p:sp>
            <p:nvSpPr>
              <p:cNvPr id="1381" name="Google Shape;1381;p31"/>
              <p:cNvSpPr/>
              <p:nvPr/>
            </p:nvSpPr>
            <p:spPr>
              <a:xfrm rot="10800000">
                <a:off x="8869019" y="-622132"/>
                <a:ext cx="246869" cy="1703243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382" name="Google Shape;1382;p31"/>
              <p:cNvGrpSpPr/>
              <p:nvPr/>
            </p:nvGrpSpPr>
            <p:grpSpPr>
              <a:xfrm rot="1800062">
                <a:off x="9035610" y="1007995"/>
                <a:ext cx="134040" cy="134009"/>
                <a:chOff x="1101075" y="2142375"/>
                <a:chExt cx="439200" cy="439100"/>
              </a:xfrm>
            </p:grpSpPr>
            <p:sp>
              <p:nvSpPr>
                <p:cNvPr id="1383" name="Google Shape;1383;p31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 cap="flat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84" name="Google Shape;1384;p31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grpSp>
        <p:nvGrpSpPr>
          <p:cNvPr id="1385" name="Google Shape;1385;p31"/>
          <p:cNvGrpSpPr/>
          <p:nvPr/>
        </p:nvGrpSpPr>
        <p:grpSpPr>
          <a:xfrm>
            <a:off x="-213525" y="171225"/>
            <a:ext cx="439200" cy="439100"/>
            <a:chOff x="1101075" y="2142375"/>
            <a:chExt cx="439200" cy="439100"/>
          </a:xfrm>
        </p:grpSpPr>
        <p:sp>
          <p:nvSpPr>
            <p:cNvPr id="1386" name="Google Shape;1386;p31"/>
            <p:cNvSpPr/>
            <p:nvPr/>
          </p:nvSpPr>
          <p:spPr>
            <a:xfrm>
              <a:off x="1101075" y="2142375"/>
              <a:ext cx="439200" cy="439100"/>
            </a:xfrm>
            <a:custGeom>
              <a:rect b="b" l="l" r="r" t="t"/>
              <a:pathLst>
                <a:path extrusionOk="0" h="17564" w="17568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7" name="Google Shape;1387;p31"/>
            <p:cNvSpPr/>
            <p:nvPr/>
          </p:nvSpPr>
          <p:spPr>
            <a:xfrm>
              <a:off x="1189450" y="2242350"/>
              <a:ext cx="262850" cy="239700"/>
            </a:xfrm>
            <a:custGeom>
              <a:rect b="b" l="l" r="r" t="t"/>
              <a:pathLst>
                <a:path extrusionOk="0" h="9588" w="10514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88" name="Google Shape;1388;p31"/>
          <p:cNvGrpSpPr/>
          <p:nvPr/>
        </p:nvGrpSpPr>
        <p:grpSpPr>
          <a:xfrm>
            <a:off x="-1262974" y="3161328"/>
            <a:ext cx="4822591" cy="2934500"/>
            <a:chOff x="-1186774" y="3161328"/>
            <a:chExt cx="4822591" cy="2934500"/>
          </a:xfrm>
        </p:grpSpPr>
        <p:pic>
          <p:nvPicPr>
            <p:cNvPr id="1389" name="Google Shape;1389;p31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 rot="5400000">
              <a:off x="-1534175" y="3508728"/>
              <a:ext cx="2934500" cy="22396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90" name="Google Shape;1390;p31"/>
            <p:cNvSpPr/>
            <p:nvPr/>
          </p:nvSpPr>
          <p:spPr>
            <a:xfrm rot="-5400000">
              <a:off x="-184180" y="3596444"/>
              <a:ext cx="503090" cy="2327806"/>
            </a:xfrm>
            <a:custGeom>
              <a:rect b="b" l="l" r="r" t="t"/>
              <a:pathLst>
                <a:path extrusionOk="0" h="56755" w="12266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391" name="Google Shape;1391;p31"/>
            <p:cNvGrpSpPr/>
            <p:nvPr/>
          </p:nvGrpSpPr>
          <p:grpSpPr>
            <a:xfrm>
              <a:off x="58899" y="4608583"/>
              <a:ext cx="604346" cy="657081"/>
              <a:chOff x="58899" y="4608583"/>
              <a:chExt cx="604346" cy="657081"/>
            </a:xfrm>
          </p:grpSpPr>
          <p:grpSp>
            <p:nvGrpSpPr>
              <p:cNvPr id="1392" name="Google Shape;1392;p31"/>
              <p:cNvGrpSpPr/>
              <p:nvPr/>
            </p:nvGrpSpPr>
            <p:grpSpPr>
              <a:xfrm rot="10800000">
                <a:off x="58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1393" name="Google Shape;1393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94" name="Google Shape;1394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95" name="Google Shape;1395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96" name="Google Shape;1396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97" name="Google Shape;1397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98" name="Google Shape;1398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99" name="Google Shape;1399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400" name="Google Shape;1400;p31"/>
              <p:cNvGrpSpPr/>
              <p:nvPr/>
            </p:nvGrpSpPr>
            <p:grpSpPr>
              <a:xfrm rot="10800000">
                <a:off x="334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1401" name="Google Shape;1401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02" name="Google Shape;1402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03" name="Google Shape;1403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04" name="Google Shape;1404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05" name="Google Shape;1405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06" name="Google Shape;1406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07" name="Google Shape;1407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408" name="Google Shape;1408;p31"/>
              <p:cNvGrpSpPr/>
              <p:nvPr/>
            </p:nvGrpSpPr>
            <p:grpSpPr>
              <a:xfrm rot="10800000">
                <a:off x="282574" y="4937133"/>
                <a:ext cx="328346" cy="328531"/>
                <a:chOff x="3678700" y="407275"/>
                <a:chExt cx="708100" cy="708500"/>
              </a:xfrm>
            </p:grpSpPr>
            <p:sp>
              <p:nvSpPr>
                <p:cNvPr id="1409" name="Google Shape;1409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10" name="Google Shape;1410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11" name="Google Shape;1411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12" name="Google Shape;1412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13" name="Google Shape;1413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14" name="Google Shape;1414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15" name="Google Shape;1415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416" name="Google Shape;1416;p31"/>
            <p:cNvGrpSpPr/>
            <p:nvPr/>
          </p:nvGrpSpPr>
          <p:grpSpPr>
            <a:xfrm>
              <a:off x="-923150" y="4796551"/>
              <a:ext cx="4558967" cy="134100"/>
              <a:chOff x="796100" y="3019701"/>
              <a:chExt cx="4558967" cy="134100"/>
            </a:xfrm>
          </p:grpSpPr>
          <p:sp>
            <p:nvSpPr>
              <p:cNvPr id="1417" name="Google Shape;1417;p31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418" name="Google Shape;1418;p31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419" name="Google Shape;1419;p31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theme" Target="../theme/theme2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6818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23" name="Shape 1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4" name="Google Shape;1424;p32"/>
          <p:cNvSpPr txBox="1"/>
          <p:nvPr>
            <p:ph idx="1" type="subTitle"/>
          </p:nvPr>
        </p:nvSpPr>
        <p:spPr>
          <a:xfrm>
            <a:off x="1096850" y="3456250"/>
            <a:ext cx="58398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Sampreet Bheemireddy and Vihan Agarwal</a:t>
            </a:r>
            <a:endParaRPr sz="1800"/>
          </a:p>
        </p:txBody>
      </p:sp>
      <p:sp>
        <p:nvSpPr>
          <p:cNvPr id="1425" name="Google Shape;1425;p32"/>
          <p:cNvSpPr txBox="1"/>
          <p:nvPr>
            <p:ph type="ctrTitle"/>
          </p:nvPr>
        </p:nvSpPr>
        <p:spPr>
          <a:xfrm>
            <a:off x="1096850" y="816324"/>
            <a:ext cx="6974700" cy="232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Airbnb Price Predictor Model</a:t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1426" name="Google Shape;1426;p32"/>
          <p:cNvGrpSpPr/>
          <p:nvPr/>
        </p:nvGrpSpPr>
        <p:grpSpPr>
          <a:xfrm>
            <a:off x="1096850" y="3242811"/>
            <a:ext cx="3936683" cy="134070"/>
            <a:chOff x="1096850" y="3242811"/>
            <a:chExt cx="3936683" cy="134070"/>
          </a:xfrm>
        </p:grpSpPr>
        <p:cxnSp>
          <p:nvCxnSpPr>
            <p:cNvPr id="1427" name="Google Shape;1427;p32"/>
            <p:cNvCxnSpPr/>
            <p:nvPr/>
          </p:nvCxnSpPr>
          <p:spPr>
            <a:xfrm>
              <a:off x="1096850" y="3309850"/>
              <a:ext cx="38406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428" name="Google Shape;1428;p32"/>
            <p:cNvGrpSpPr/>
            <p:nvPr/>
          </p:nvGrpSpPr>
          <p:grpSpPr>
            <a:xfrm>
              <a:off x="4899464" y="3242811"/>
              <a:ext cx="134070" cy="134070"/>
              <a:chOff x="8382514" y="1084976"/>
              <a:chExt cx="265800" cy="265800"/>
            </a:xfrm>
          </p:grpSpPr>
          <p:sp>
            <p:nvSpPr>
              <p:cNvPr id="1429" name="Google Shape;1429;p32"/>
              <p:cNvSpPr/>
              <p:nvPr/>
            </p:nvSpPr>
            <p:spPr>
              <a:xfrm>
                <a:off x="8442213" y="1144734"/>
                <a:ext cx="146400" cy="1464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0" name="Google Shape;1430;p32"/>
              <p:cNvSpPr/>
              <p:nvPr/>
            </p:nvSpPr>
            <p:spPr>
              <a:xfrm>
                <a:off x="8382514" y="1084976"/>
                <a:ext cx="265800" cy="2658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431" name="Google Shape;1431;p32"/>
          <p:cNvGrpSpPr/>
          <p:nvPr/>
        </p:nvGrpSpPr>
        <p:grpSpPr>
          <a:xfrm>
            <a:off x="8017432" y="-313900"/>
            <a:ext cx="134070" cy="1891362"/>
            <a:chOff x="8017432" y="-313900"/>
            <a:chExt cx="134070" cy="1891362"/>
          </a:xfrm>
        </p:grpSpPr>
        <p:sp>
          <p:nvSpPr>
            <p:cNvPr id="1432" name="Google Shape;1432;p32"/>
            <p:cNvSpPr/>
            <p:nvPr/>
          </p:nvSpPr>
          <p:spPr>
            <a:xfrm rot="5400000">
              <a:off x="8017432" y="1443393"/>
              <a:ext cx="134070" cy="13407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433" name="Google Shape;1433;p32"/>
            <p:cNvCxnSpPr/>
            <p:nvPr/>
          </p:nvCxnSpPr>
          <p:spPr>
            <a:xfrm>
              <a:off x="8084450" y="-313900"/>
              <a:ext cx="0" cy="179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34" name="Google Shape;1434;p32"/>
            <p:cNvSpPr/>
            <p:nvPr/>
          </p:nvSpPr>
          <p:spPr>
            <a:xfrm rot="5400000">
              <a:off x="8047515" y="1473505"/>
              <a:ext cx="73844" cy="73844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35" name="Google Shape;1435;p32"/>
          <p:cNvGrpSpPr/>
          <p:nvPr/>
        </p:nvGrpSpPr>
        <p:grpSpPr>
          <a:xfrm>
            <a:off x="6309526" y="957475"/>
            <a:ext cx="3504715" cy="5119205"/>
            <a:chOff x="6309526" y="836950"/>
            <a:chExt cx="3504715" cy="5119205"/>
          </a:xfrm>
        </p:grpSpPr>
        <p:sp>
          <p:nvSpPr>
            <p:cNvPr id="1436" name="Google Shape;1436;p32"/>
            <p:cNvSpPr/>
            <p:nvPr/>
          </p:nvSpPr>
          <p:spPr>
            <a:xfrm>
              <a:off x="6309526" y="836950"/>
              <a:ext cx="3153315" cy="5119205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437" name="Google Shape;1437;p32"/>
            <p:cNvGrpSpPr/>
            <p:nvPr/>
          </p:nvGrpSpPr>
          <p:grpSpPr>
            <a:xfrm>
              <a:off x="7728436" y="3524084"/>
              <a:ext cx="134004" cy="134004"/>
              <a:chOff x="8356813" y="1074288"/>
              <a:chExt cx="351900" cy="351900"/>
            </a:xfrm>
          </p:grpSpPr>
          <p:sp>
            <p:nvSpPr>
              <p:cNvPr id="1438" name="Google Shape;1438;p32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9" name="Google Shape;1439;p32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40" name="Google Shape;1440;p32"/>
            <p:cNvGrpSpPr/>
            <p:nvPr/>
          </p:nvGrpSpPr>
          <p:grpSpPr>
            <a:xfrm>
              <a:off x="7344361" y="3150259"/>
              <a:ext cx="134004" cy="134004"/>
              <a:chOff x="8356813" y="1074288"/>
              <a:chExt cx="351900" cy="351900"/>
            </a:xfrm>
          </p:grpSpPr>
          <p:sp>
            <p:nvSpPr>
              <p:cNvPr id="1441" name="Google Shape;1441;p32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2" name="Google Shape;1442;p32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43" name="Google Shape;1443;p32"/>
            <p:cNvGrpSpPr/>
            <p:nvPr/>
          </p:nvGrpSpPr>
          <p:grpSpPr>
            <a:xfrm>
              <a:off x="8337811" y="2464059"/>
              <a:ext cx="134004" cy="134004"/>
              <a:chOff x="8356813" y="1074288"/>
              <a:chExt cx="351900" cy="351900"/>
            </a:xfrm>
          </p:grpSpPr>
          <p:sp>
            <p:nvSpPr>
              <p:cNvPr id="1444" name="Google Shape;1444;p32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5" name="Google Shape;1445;p32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446" name="Google Shape;1446;p32"/>
            <p:cNvSpPr/>
            <p:nvPr/>
          </p:nvSpPr>
          <p:spPr>
            <a:xfrm rot="5400000">
              <a:off x="7687039" y="1023058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0" name="Shape 1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1" name="Google Shape;1451;p3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Purpose of our Model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2" name="Google Shape;1452;p33"/>
          <p:cNvSpPr txBox="1"/>
          <p:nvPr/>
        </p:nvSpPr>
        <p:spPr>
          <a:xfrm>
            <a:off x="222425" y="1306725"/>
            <a:ext cx="4198200" cy="3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oppins"/>
              <a:buChar char="●"/>
            </a:pPr>
            <a:r>
              <a:rPr lang="en" sz="1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Provide accurate prediction on how much a listing is priced at</a:t>
            </a:r>
            <a:endParaRPr sz="17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oppins"/>
              <a:buChar char="●"/>
            </a:pPr>
            <a:r>
              <a:rPr lang="en" sz="1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Use both numerical and categorical features to develop this price prediction within certain price ranges</a:t>
            </a:r>
            <a:endParaRPr sz="17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oppins"/>
              <a:buChar char="●"/>
            </a:pPr>
            <a:r>
              <a:rPr lang="en" sz="1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Provide a platform where users can input the information of their property and get an accurate estimate of listing price</a:t>
            </a:r>
            <a:endParaRPr sz="17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453" name="Google Shape;1453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20650" y="1432575"/>
            <a:ext cx="4418550" cy="294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7" name="Shape 1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8" name="Google Shape;1458;p3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Data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9" name="Google Shape;1459;p34"/>
          <p:cNvSpPr txBox="1"/>
          <p:nvPr/>
        </p:nvSpPr>
        <p:spPr>
          <a:xfrm>
            <a:off x="667275" y="1362325"/>
            <a:ext cx="3531000" cy="32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460" name="Google Shape;1460;p34" title="Screenshot 2025-12-18 at 5.06.5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9133" y="1184029"/>
            <a:ext cx="6381921" cy="1274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1" name="Google Shape;1461;p34"/>
          <p:cNvSpPr txBox="1"/>
          <p:nvPr/>
        </p:nvSpPr>
        <p:spPr>
          <a:xfrm>
            <a:off x="4420100" y="569950"/>
            <a:ext cx="3531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Sample of our dataset (Includes many more features)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62" name="Google Shape;1462;p34"/>
          <p:cNvSpPr txBox="1"/>
          <p:nvPr/>
        </p:nvSpPr>
        <p:spPr>
          <a:xfrm>
            <a:off x="764575" y="2780275"/>
            <a:ext cx="7186500" cy="15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From Inside Airbnb</a:t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Data from all Airbnb listing in New York City</a:t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Includes</a:t>
            </a:r>
            <a:r>
              <a:rPr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host info, property features, location, and customer reviews</a:t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We cleaned the data set to only </a:t>
            </a:r>
            <a:r>
              <a:rPr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include the features we thought were most important</a:t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6" name="Shape 1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7" name="Google Shape;1467;p35"/>
          <p:cNvSpPr txBox="1"/>
          <p:nvPr>
            <p:ph type="title"/>
          </p:nvPr>
        </p:nvSpPr>
        <p:spPr>
          <a:xfrm>
            <a:off x="720000" y="278209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Preprocessing</a:t>
            </a:r>
            <a:endParaRPr/>
          </a:p>
        </p:txBody>
      </p:sp>
      <p:sp>
        <p:nvSpPr>
          <p:cNvPr id="1468" name="Google Shape;1468;p35"/>
          <p:cNvSpPr txBox="1"/>
          <p:nvPr/>
        </p:nvSpPr>
        <p:spPr>
          <a:xfrm>
            <a:off x="720000" y="861895"/>
            <a:ext cx="7815300" cy="3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Encoded categorical variables such as borough, property type, neighbourhood</a:t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Created engineered features: total capacity, bathroom-per-bedroom ratio, beds-per-bedroom ratio</a:t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Final dataset: 21 features across location, property attributes, and reviews</a:t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80/20 train-test split with stratification to maintain class balance</a:t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Our price range predictions have 4 ranges based on quartiles: Cheap, Medium, Expensive, and Ultra Expensive</a:t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2" name="Shape 1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3" name="Google Shape;1473;p3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Neural Networks Model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4" name="Google Shape;1474;p36"/>
          <p:cNvSpPr/>
          <p:nvPr/>
        </p:nvSpPr>
        <p:spPr>
          <a:xfrm>
            <a:off x="2613450" y="1153800"/>
            <a:ext cx="3989700" cy="3474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Deep Neural Network (Pytorch)</a:t>
            </a:r>
            <a:endParaRPr b="1" sz="1700">
              <a:solidFill>
                <a:schemeClr val="accent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475" name="Google Shape;1475;p36" title="Screenshot 2025-12-18 at 4.53.16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425" y="1702600"/>
            <a:ext cx="5074002" cy="2064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6" name="Google Shape;1476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76652" y="1637275"/>
            <a:ext cx="3542773" cy="2971115"/>
          </a:xfrm>
          <a:prstGeom prst="rect">
            <a:avLst/>
          </a:prstGeom>
          <a:noFill/>
          <a:ln>
            <a:noFill/>
          </a:ln>
        </p:spPr>
      </p:pic>
      <p:sp>
        <p:nvSpPr>
          <p:cNvPr id="1477" name="Google Shape;1477;p36"/>
          <p:cNvSpPr txBox="1"/>
          <p:nvPr/>
        </p:nvSpPr>
        <p:spPr>
          <a:xfrm>
            <a:off x="403150" y="3795075"/>
            <a:ext cx="4893300" cy="10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Char char="●"/>
            </a:pP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Test Accuracy: 65.28%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Char char="●"/>
            </a:pP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Final Loss after epochs: .7723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Char char="●"/>
            </a:pP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4 hidden layers, 64 batch size, AdamW optimizer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1" name="Shape 1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" name="Google Shape;1482;p3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Random Forests Model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Random Forests</a:t>
            </a:r>
            <a:endParaRPr b="0" sz="14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3" name="Google Shape;1483;p37" title="Screenshot 2025-12-18 at 5.01.11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76479" y="1017723"/>
            <a:ext cx="4870396" cy="2378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4" name="Google Shape;1484;p37" title="Screenshot 2025-12-18 at 5.01.45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9750" y="1017725"/>
            <a:ext cx="2752974" cy="2378026"/>
          </a:xfrm>
          <a:prstGeom prst="rect">
            <a:avLst/>
          </a:prstGeom>
          <a:noFill/>
          <a:ln>
            <a:noFill/>
          </a:ln>
        </p:spPr>
      </p:pic>
      <p:sp>
        <p:nvSpPr>
          <p:cNvPr id="1485" name="Google Shape;1485;p37"/>
          <p:cNvSpPr txBox="1"/>
          <p:nvPr/>
        </p:nvSpPr>
        <p:spPr>
          <a:xfrm>
            <a:off x="319750" y="3391924"/>
            <a:ext cx="70479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200 decision trees with maximum depth of 20</a:t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Trained on same preprocessed features</a:t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Provided feature importance rankings for interpretability</a:t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9" name="Shape 1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0" name="Google Shape;1490;p3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Comparison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91" name="Google Shape;1491;p38" title="Screenshot 2025-12-18 at 5.03.1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575" y="1114525"/>
            <a:ext cx="4953075" cy="2875175"/>
          </a:xfrm>
          <a:prstGeom prst="rect">
            <a:avLst/>
          </a:prstGeom>
          <a:noFill/>
          <a:ln>
            <a:noFill/>
          </a:ln>
        </p:spPr>
      </p:pic>
      <p:sp>
        <p:nvSpPr>
          <p:cNvPr id="1492" name="Google Shape;1492;p38"/>
          <p:cNvSpPr txBox="1"/>
          <p:nvPr/>
        </p:nvSpPr>
        <p:spPr>
          <a:xfrm>
            <a:off x="5171300" y="931402"/>
            <a:ext cx="3906300" cy="32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6510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oppins"/>
              <a:buChar char="●"/>
            </a:pPr>
            <a:r>
              <a:rPr lang="en" sz="1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Random Forest slightly outperformed neural network </a:t>
            </a:r>
            <a:endParaRPr sz="17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16510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oppins"/>
              <a:buChar char="●"/>
            </a:pPr>
            <a:r>
              <a:rPr lang="en" sz="1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Both models evaluated using accuracy, precision, recall, F1-score, and confusion matrices</a:t>
            </a:r>
            <a:endParaRPr sz="17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16510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oppins"/>
              <a:buChar char="●"/>
            </a:pPr>
            <a:r>
              <a:rPr lang="en" sz="1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Key predictive features: review scores, accommodates, bedrooms, borough</a:t>
            </a:r>
            <a:endParaRPr sz="17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16510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oppins"/>
              <a:buChar char="●"/>
            </a:pPr>
            <a:r>
              <a:rPr lang="en" sz="1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Our Chosen Model: Random Forests because of higher accuracy and better fit for our purposes</a:t>
            </a:r>
            <a:endParaRPr sz="17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6" name="Shape 1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7" name="Google Shape;1497;p39"/>
          <p:cNvSpPr txBox="1"/>
          <p:nvPr>
            <p:ph type="title"/>
          </p:nvPr>
        </p:nvSpPr>
        <p:spPr>
          <a:xfrm>
            <a:off x="430950" y="445025"/>
            <a:ext cx="8327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Listing Price Range Prediction</a:t>
            </a:r>
            <a:endParaRPr/>
          </a:p>
        </p:txBody>
      </p:sp>
      <p:pic>
        <p:nvPicPr>
          <p:cNvPr id="1498" name="Google Shape;1498;p39" title="Screenshot 2025-12-18 at 5.09.40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7775" y="1115050"/>
            <a:ext cx="4240275" cy="34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9" name="Google Shape;1499;p39"/>
          <p:cNvSpPr txBox="1"/>
          <p:nvPr/>
        </p:nvSpPr>
        <p:spPr>
          <a:xfrm>
            <a:off x="4517875" y="4531825"/>
            <a:ext cx="462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Our property is in Fresh Meadows, Staten Island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00" name="Google Shape;1500;p39"/>
          <p:cNvSpPr txBox="1"/>
          <p:nvPr/>
        </p:nvSpPr>
        <p:spPr>
          <a:xfrm>
            <a:off x="542150" y="1153800"/>
            <a:ext cx="3767400" cy="34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Predicted Price Range: </a:t>
            </a:r>
            <a:r>
              <a:rPr b="1"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Expensive</a:t>
            </a:r>
            <a:endParaRPr b="1"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Using this information, we believe our property is worth between $154-$279 per night</a:t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This is quite the large range but we know it is from 50th-74th percentile in terms of value</a:t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